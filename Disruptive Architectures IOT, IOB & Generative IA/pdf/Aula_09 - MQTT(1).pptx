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57" r:id="rId4"/>
    <p:sldId id="272" r:id="rId5"/>
    <p:sldId id="260" r:id="rId6"/>
    <p:sldId id="258" r:id="rId7"/>
    <p:sldId id="273" r:id="rId8"/>
    <p:sldId id="275" r:id="rId9"/>
    <p:sldId id="274" r:id="rId10"/>
    <p:sldId id="259" r:id="rId11"/>
    <p:sldId id="276" r:id="rId12"/>
    <p:sldId id="277" r:id="rId13"/>
    <p:sldId id="278" r:id="rId14"/>
    <p:sldId id="262" r:id="rId15"/>
    <p:sldId id="279" r:id="rId16"/>
    <p:sldId id="280" r:id="rId17"/>
    <p:sldId id="281" r:id="rId18"/>
    <p:sldId id="270" r:id="rId19"/>
    <p:sldId id="265" r:id="rId20"/>
    <p:sldId id="266" r:id="rId21"/>
    <p:sldId id="267" r:id="rId22"/>
    <p:sldId id="268" r:id="rId23"/>
    <p:sldId id="263" r:id="rId24"/>
    <p:sldId id="269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RODRIGUES MENDES" userId="0b5ba3c4-ad47-48d5-a2d1-d33d8f6d0529" providerId="ADAL" clId="{F0DE19A5-CED9-4989-93EC-3CC048EC929B}"/>
    <pc:docChg chg="undo redo custSel addSld delSld modSld sldOrd">
      <pc:chgData name="RENAN RODRIGUES MENDES" userId="0b5ba3c4-ad47-48d5-a2d1-d33d8f6d0529" providerId="ADAL" clId="{F0DE19A5-CED9-4989-93EC-3CC048EC929B}" dt="2023-05-17T14:42:14.647" v="310" actId="1076"/>
      <pc:docMkLst>
        <pc:docMk/>
      </pc:docMkLst>
      <pc:sldChg chg="modSp mod">
        <pc:chgData name="RENAN RODRIGUES MENDES" userId="0b5ba3c4-ad47-48d5-a2d1-d33d8f6d0529" providerId="ADAL" clId="{F0DE19A5-CED9-4989-93EC-3CC048EC929B}" dt="2023-05-17T14:41:39.323" v="301" actId="20577"/>
        <pc:sldMkLst>
          <pc:docMk/>
          <pc:sldMk cId="2958539171" sldId="256"/>
        </pc:sldMkLst>
        <pc:spChg chg="mod">
          <ac:chgData name="RENAN RODRIGUES MENDES" userId="0b5ba3c4-ad47-48d5-a2d1-d33d8f6d0529" providerId="ADAL" clId="{F0DE19A5-CED9-4989-93EC-3CC048EC929B}" dt="2023-05-17T14:41:39.323" v="301" actId="20577"/>
          <ac:spMkLst>
            <pc:docMk/>
            <pc:sldMk cId="2958539171" sldId="256"/>
            <ac:spMk id="2" creationId="{6A771B3A-9B18-6F06-CE5D-40A2759EBB43}"/>
          </ac:spMkLst>
        </pc:spChg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2958539171" sldId="256"/>
            <ac:spMk id="3" creationId="{2DA0742D-DAF4-1C13-A8BD-1EDD4E882861}"/>
          </ac:spMkLst>
        </pc:spChg>
      </pc:sldChg>
      <pc:sldChg chg="modSp mod ord">
        <pc:chgData name="RENAN RODRIGUES MENDES" userId="0b5ba3c4-ad47-48d5-a2d1-d33d8f6d0529" providerId="ADAL" clId="{F0DE19A5-CED9-4989-93EC-3CC048EC929B}" dt="2023-05-17T13:49:39.673" v="58" actId="1076"/>
        <pc:sldMkLst>
          <pc:docMk/>
          <pc:sldMk cId="2619954822" sldId="257"/>
        </pc:sldMkLst>
        <pc:spChg chg="mod">
          <ac:chgData name="RENAN RODRIGUES MENDES" userId="0b5ba3c4-ad47-48d5-a2d1-d33d8f6d0529" providerId="ADAL" clId="{F0DE19A5-CED9-4989-93EC-3CC048EC929B}" dt="2023-05-17T13:48:03.366" v="30" actId="20578"/>
          <ac:spMkLst>
            <pc:docMk/>
            <pc:sldMk cId="2619954822" sldId="257"/>
            <ac:spMk id="2" creationId="{B7768E6F-85DB-F741-D215-0F7C4C4D42C9}"/>
          </ac:spMkLst>
        </pc:spChg>
        <pc:spChg chg="mod">
          <ac:chgData name="RENAN RODRIGUES MENDES" userId="0b5ba3c4-ad47-48d5-a2d1-d33d8f6d0529" providerId="ADAL" clId="{F0DE19A5-CED9-4989-93EC-3CC048EC929B}" dt="2023-05-17T13:49:39.673" v="58" actId="1076"/>
          <ac:spMkLst>
            <pc:docMk/>
            <pc:sldMk cId="2619954822" sldId="257"/>
            <ac:spMk id="3" creationId="{8F9BB1B8-B621-9973-E030-409BBD4E03A5}"/>
          </ac:spMkLst>
        </pc:spChg>
      </pc:sldChg>
      <pc:sldChg chg="modSp mod">
        <pc:chgData name="RENAN RODRIGUES MENDES" userId="0b5ba3c4-ad47-48d5-a2d1-d33d8f6d0529" providerId="ADAL" clId="{F0DE19A5-CED9-4989-93EC-3CC048EC929B}" dt="2023-05-17T14:41:54.758" v="304" actId="27636"/>
        <pc:sldMkLst>
          <pc:docMk/>
          <pc:sldMk cId="638859647" sldId="258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638859647" sldId="258"/>
            <ac:spMk id="2" creationId="{DBA325C1-9C10-ED10-C58C-0E24FF522F9B}"/>
          </ac:spMkLst>
        </pc:spChg>
        <pc:spChg chg="mod">
          <ac:chgData name="RENAN RODRIGUES MENDES" userId="0b5ba3c4-ad47-48d5-a2d1-d33d8f6d0529" providerId="ADAL" clId="{F0DE19A5-CED9-4989-93EC-3CC048EC929B}" dt="2023-05-17T14:41:54.758" v="304" actId="27636"/>
          <ac:spMkLst>
            <pc:docMk/>
            <pc:sldMk cId="638859647" sldId="258"/>
            <ac:spMk id="3" creationId="{8DFE7E1E-58CD-2396-0AC1-9A13EB8A1B35}"/>
          </ac:spMkLst>
        </pc:spChg>
      </pc:sldChg>
      <pc:sldChg chg="modSp mod">
        <pc:chgData name="RENAN RODRIGUES MENDES" userId="0b5ba3c4-ad47-48d5-a2d1-d33d8f6d0529" providerId="ADAL" clId="{F0DE19A5-CED9-4989-93EC-3CC048EC929B}" dt="2023-05-17T14:15:15.645" v="166" actId="123"/>
        <pc:sldMkLst>
          <pc:docMk/>
          <pc:sldMk cId="4066795812" sldId="259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4066795812" sldId="259"/>
            <ac:spMk id="2" creationId="{2E85CA91-3EEA-FF68-7045-24B6DDEC84F2}"/>
          </ac:spMkLst>
        </pc:spChg>
        <pc:spChg chg="mod">
          <ac:chgData name="RENAN RODRIGUES MENDES" userId="0b5ba3c4-ad47-48d5-a2d1-d33d8f6d0529" providerId="ADAL" clId="{F0DE19A5-CED9-4989-93EC-3CC048EC929B}" dt="2023-05-17T14:15:15.645" v="166" actId="123"/>
          <ac:spMkLst>
            <pc:docMk/>
            <pc:sldMk cId="4066795812" sldId="259"/>
            <ac:spMk id="3" creationId="{D8C0FB6B-927E-1E44-81A2-C380EBEF3841}"/>
          </ac:spMkLst>
        </pc:spChg>
      </pc:sldChg>
      <pc:sldChg chg="modSp mod ord">
        <pc:chgData name="RENAN RODRIGUES MENDES" userId="0b5ba3c4-ad47-48d5-a2d1-d33d8f6d0529" providerId="ADAL" clId="{F0DE19A5-CED9-4989-93EC-3CC048EC929B}" dt="2023-05-17T13:59:28.221" v="69" actId="732"/>
        <pc:sldMkLst>
          <pc:docMk/>
          <pc:sldMk cId="1716399312" sldId="260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1716399312" sldId="260"/>
            <ac:spMk id="2" creationId="{111464A0-94FD-389E-18CD-908B3CA19E13}"/>
          </ac:spMkLst>
        </pc:spChg>
        <pc:picChg chg="mod modCrop">
          <ac:chgData name="RENAN RODRIGUES MENDES" userId="0b5ba3c4-ad47-48d5-a2d1-d33d8f6d0529" providerId="ADAL" clId="{F0DE19A5-CED9-4989-93EC-3CC048EC929B}" dt="2023-05-17T13:59:28.221" v="69" actId="732"/>
          <ac:picMkLst>
            <pc:docMk/>
            <pc:sldMk cId="1716399312" sldId="260"/>
            <ac:picMk id="5" creationId="{DBEC66A5-70BB-02FB-59C1-E3C853FBC9F0}"/>
          </ac:picMkLst>
        </pc:picChg>
      </pc:sldChg>
      <pc:sldChg chg="modSp del mod">
        <pc:chgData name="RENAN RODRIGUES MENDES" userId="0b5ba3c4-ad47-48d5-a2d1-d33d8f6d0529" providerId="ADAL" clId="{F0DE19A5-CED9-4989-93EC-3CC048EC929B}" dt="2023-05-17T14:19:50.368" v="225" actId="47"/>
        <pc:sldMkLst>
          <pc:docMk/>
          <pc:sldMk cId="1246612221" sldId="261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1246612221" sldId="261"/>
            <ac:spMk id="2" creationId="{4A8B650C-2E17-2DCC-610C-34979686ECD5}"/>
          </ac:spMkLst>
        </pc:spChg>
        <pc:spChg chg="mod">
          <ac:chgData name="RENAN RODRIGUES MENDES" userId="0b5ba3c4-ad47-48d5-a2d1-d33d8f6d0529" providerId="ADAL" clId="{F0DE19A5-CED9-4989-93EC-3CC048EC929B}" dt="2023-05-17T14:19:21.182" v="224" actId="123"/>
          <ac:spMkLst>
            <pc:docMk/>
            <pc:sldMk cId="1246612221" sldId="261"/>
            <ac:spMk id="3" creationId="{515A3FDE-1C52-587A-4A46-C1BB5F1933E8}"/>
          </ac:spMkLst>
        </pc:spChg>
      </pc:sldChg>
      <pc:sldChg chg="modSp mod">
        <pc:chgData name="RENAN RODRIGUES MENDES" userId="0b5ba3c4-ad47-48d5-a2d1-d33d8f6d0529" providerId="ADAL" clId="{F0DE19A5-CED9-4989-93EC-3CC048EC929B}" dt="2023-05-17T14:41:54.825" v="307" actId="27636"/>
        <pc:sldMkLst>
          <pc:docMk/>
          <pc:sldMk cId="243564640" sldId="262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243564640" sldId="262"/>
            <ac:spMk id="2" creationId="{F43DEE35-5A99-2362-0241-F6BE25429AD0}"/>
          </ac:spMkLst>
        </pc:spChg>
        <pc:spChg chg="mod">
          <ac:chgData name="RENAN RODRIGUES MENDES" userId="0b5ba3c4-ad47-48d5-a2d1-d33d8f6d0529" providerId="ADAL" clId="{F0DE19A5-CED9-4989-93EC-3CC048EC929B}" dt="2023-05-17T14:41:54.825" v="307" actId="27636"/>
          <ac:spMkLst>
            <pc:docMk/>
            <pc:sldMk cId="243564640" sldId="262"/>
            <ac:spMk id="3" creationId="{B634A6AA-E0E7-8044-BE4F-736179B21089}"/>
          </ac:spMkLst>
        </pc:spChg>
      </pc:sldChg>
      <pc:sldChg chg="modSp mod ord">
        <pc:chgData name="RENAN RODRIGUES MENDES" userId="0b5ba3c4-ad47-48d5-a2d1-d33d8f6d0529" providerId="ADAL" clId="{F0DE19A5-CED9-4989-93EC-3CC048EC929B}" dt="2023-05-17T14:21:51.405" v="253"/>
        <pc:sldMkLst>
          <pc:docMk/>
          <pc:sldMk cId="2245528344" sldId="263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2245528344" sldId="263"/>
            <ac:spMk id="2" creationId="{DA6CFDE1-CD75-2B61-6B64-9A20F34F069B}"/>
          </ac:spMkLst>
        </pc:spChg>
        <pc:spChg chg="mod">
          <ac:chgData name="RENAN RODRIGUES MENDES" userId="0b5ba3c4-ad47-48d5-a2d1-d33d8f6d0529" providerId="ADAL" clId="{F0DE19A5-CED9-4989-93EC-3CC048EC929B}" dt="2023-05-17T14:21:31.977" v="250" actId="403"/>
          <ac:spMkLst>
            <pc:docMk/>
            <pc:sldMk cId="2245528344" sldId="263"/>
            <ac:spMk id="3" creationId="{F0BC119E-85A8-992F-66F6-E65D4907FCE4}"/>
          </ac:spMkLst>
        </pc:spChg>
      </pc:sldChg>
      <pc:sldChg chg="modSp del">
        <pc:chgData name="RENAN RODRIGUES MENDES" userId="0b5ba3c4-ad47-48d5-a2d1-d33d8f6d0529" providerId="ADAL" clId="{F0DE19A5-CED9-4989-93EC-3CC048EC929B}" dt="2023-05-17T14:21:40.067" v="251" actId="47"/>
        <pc:sldMkLst>
          <pc:docMk/>
          <pc:sldMk cId="2085317359" sldId="264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2085317359" sldId="264"/>
            <ac:spMk id="2" creationId="{F12F4BF7-95AE-F49B-5514-F0AEF4B16FB9}"/>
          </ac:spMkLst>
        </pc:spChg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2085317359" sldId="264"/>
            <ac:spMk id="3" creationId="{EA50F3B0-E90A-0C97-A08F-93D1BA0826B2}"/>
          </ac:spMkLst>
        </pc:spChg>
      </pc:sldChg>
      <pc:sldChg chg="addSp delSp modSp new mod">
        <pc:chgData name="RENAN RODRIGUES MENDES" userId="0b5ba3c4-ad47-48d5-a2d1-d33d8f6d0529" providerId="ADAL" clId="{F0DE19A5-CED9-4989-93EC-3CC048EC929B}" dt="2023-05-17T14:22:33.074" v="290" actId="1076"/>
        <pc:sldMkLst>
          <pc:docMk/>
          <pc:sldMk cId="1528944968" sldId="265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1528944968" sldId="265"/>
            <ac:spMk id="2" creationId="{F84EE385-D359-4E17-60E5-9A213E7F812D}"/>
          </ac:spMkLst>
        </pc:spChg>
        <pc:spChg chg="del">
          <ac:chgData name="RENAN RODRIGUES MENDES" userId="0b5ba3c4-ad47-48d5-a2d1-d33d8f6d0529" providerId="ADAL" clId="{F0DE19A5-CED9-4989-93EC-3CC048EC929B}" dt="2023-05-16T13:04:54.974" v="1" actId="22"/>
          <ac:spMkLst>
            <pc:docMk/>
            <pc:sldMk cId="1528944968" sldId="265"/>
            <ac:spMk id="3" creationId="{13C7E88B-EA5E-961C-D96D-4442B99DD623}"/>
          </ac:spMkLst>
        </pc:spChg>
        <pc:picChg chg="add mod ord">
          <ac:chgData name="RENAN RODRIGUES MENDES" userId="0b5ba3c4-ad47-48d5-a2d1-d33d8f6d0529" providerId="ADAL" clId="{F0DE19A5-CED9-4989-93EC-3CC048EC929B}" dt="2023-05-17T14:22:33.074" v="290" actId="1076"/>
          <ac:picMkLst>
            <pc:docMk/>
            <pc:sldMk cId="1528944968" sldId="265"/>
            <ac:picMk id="5" creationId="{21E3ECDB-2869-7528-AC82-6752B18E0CA2}"/>
          </ac:picMkLst>
        </pc:picChg>
      </pc:sldChg>
      <pc:sldChg chg="addSp modSp new mod">
        <pc:chgData name="RENAN RODRIGUES MENDES" userId="0b5ba3c4-ad47-48d5-a2d1-d33d8f6d0529" providerId="ADAL" clId="{F0DE19A5-CED9-4989-93EC-3CC048EC929B}" dt="2023-05-17T14:22:38.467" v="292" actId="1076"/>
        <pc:sldMkLst>
          <pc:docMk/>
          <pc:sldMk cId="1903077988" sldId="266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1903077988" sldId="266"/>
            <ac:spMk id="2" creationId="{A4115599-B7F9-5922-379E-84F8B4E742A2}"/>
          </ac:spMkLst>
        </pc:spChg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1903077988" sldId="266"/>
            <ac:spMk id="3" creationId="{D68E036A-6CD2-F9D7-989C-5B5EC7354121}"/>
          </ac:spMkLst>
        </pc:spChg>
        <pc:picChg chg="add mod">
          <ac:chgData name="RENAN RODRIGUES MENDES" userId="0b5ba3c4-ad47-48d5-a2d1-d33d8f6d0529" providerId="ADAL" clId="{F0DE19A5-CED9-4989-93EC-3CC048EC929B}" dt="2023-05-17T14:22:38.467" v="292" actId="1076"/>
          <ac:picMkLst>
            <pc:docMk/>
            <pc:sldMk cId="1903077988" sldId="266"/>
            <ac:picMk id="5" creationId="{316619C6-89BC-6E3E-A399-B14DCE256173}"/>
          </ac:picMkLst>
        </pc:picChg>
      </pc:sldChg>
      <pc:sldChg chg="addSp modSp new mod">
        <pc:chgData name="RENAN RODRIGUES MENDES" userId="0b5ba3c4-ad47-48d5-a2d1-d33d8f6d0529" providerId="ADAL" clId="{F0DE19A5-CED9-4989-93EC-3CC048EC929B}" dt="2023-05-17T14:22:44.158" v="294" actId="1076"/>
        <pc:sldMkLst>
          <pc:docMk/>
          <pc:sldMk cId="3322930290" sldId="267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3322930290" sldId="267"/>
            <ac:spMk id="2" creationId="{E48595BB-1BEC-ED51-7B4E-8E3A2EA04105}"/>
          </ac:spMkLst>
        </pc:spChg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3322930290" sldId="267"/>
            <ac:spMk id="3" creationId="{11DA15F8-165F-5110-D1B6-8C909BF98534}"/>
          </ac:spMkLst>
        </pc:spChg>
        <pc:picChg chg="add mod">
          <ac:chgData name="RENAN RODRIGUES MENDES" userId="0b5ba3c4-ad47-48d5-a2d1-d33d8f6d0529" providerId="ADAL" clId="{F0DE19A5-CED9-4989-93EC-3CC048EC929B}" dt="2023-05-17T14:22:44.158" v="294" actId="1076"/>
          <ac:picMkLst>
            <pc:docMk/>
            <pc:sldMk cId="3322930290" sldId="267"/>
            <ac:picMk id="5" creationId="{B9B476BC-F923-BA14-098E-31A265C4BBF4}"/>
          </ac:picMkLst>
        </pc:picChg>
      </pc:sldChg>
      <pc:sldChg chg="addSp delSp modSp add mod">
        <pc:chgData name="RENAN RODRIGUES MENDES" userId="0b5ba3c4-ad47-48d5-a2d1-d33d8f6d0529" providerId="ADAL" clId="{F0DE19A5-CED9-4989-93EC-3CC048EC929B}" dt="2023-05-17T13:47:58.149" v="29"/>
        <pc:sldMkLst>
          <pc:docMk/>
          <pc:sldMk cId="5162422" sldId="268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5162422" sldId="268"/>
            <ac:spMk id="2" creationId="{E48595BB-1BEC-ED51-7B4E-8E3A2EA04105}"/>
          </ac:spMkLst>
        </pc:spChg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5162422" sldId="268"/>
            <ac:spMk id="3" creationId="{11DA15F8-165F-5110-D1B6-8C909BF98534}"/>
          </ac:spMkLst>
        </pc:spChg>
        <pc:picChg chg="del">
          <ac:chgData name="RENAN RODRIGUES MENDES" userId="0b5ba3c4-ad47-48d5-a2d1-d33d8f6d0529" providerId="ADAL" clId="{F0DE19A5-CED9-4989-93EC-3CC048EC929B}" dt="2023-05-16T13:08:23.068" v="7" actId="478"/>
          <ac:picMkLst>
            <pc:docMk/>
            <pc:sldMk cId="5162422" sldId="268"/>
            <ac:picMk id="5" creationId="{B9B476BC-F923-BA14-098E-31A265C4BBF4}"/>
          </ac:picMkLst>
        </pc:picChg>
        <pc:picChg chg="add mod">
          <ac:chgData name="RENAN RODRIGUES MENDES" userId="0b5ba3c4-ad47-48d5-a2d1-d33d8f6d0529" providerId="ADAL" clId="{F0DE19A5-CED9-4989-93EC-3CC048EC929B}" dt="2023-05-16T13:08:25.605" v="9" actId="14100"/>
          <ac:picMkLst>
            <pc:docMk/>
            <pc:sldMk cId="5162422" sldId="268"/>
            <ac:picMk id="6" creationId="{0447132B-66E6-78AA-9BE2-AD2DD1899D7D}"/>
          </ac:picMkLst>
        </pc:picChg>
      </pc:sldChg>
      <pc:sldChg chg="addSp delSp modSp add mod">
        <pc:chgData name="RENAN RODRIGUES MENDES" userId="0b5ba3c4-ad47-48d5-a2d1-d33d8f6d0529" providerId="ADAL" clId="{F0DE19A5-CED9-4989-93EC-3CC048EC929B}" dt="2023-05-17T14:22:56.274" v="297" actId="1076"/>
        <pc:sldMkLst>
          <pc:docMk/>
          <pc:sldMk cId="3891871315" sldId="269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3891871315" sldId="269"/>
            <ac:spMk id="2" creationId="{E48595BB-1BEC-ED51-7B4E-8E3A2EA04105}"/>
          </ac:spMkLst>
        </pc:spChg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3891871315" sldId="269"/>
            <ac:spMk id="3" creationId="{11DA15F8-165F-5110-D1B6-8C909BF98534}"/>
          </ac:spMkLst>
        </pc:spChg>
        <pc:picChg chg="add mod">
          <ac:chgData name="RENAN RODRIGUES MENDES" userId="0b5ba3c4-ad47-48d5-a2d1-d33d8f6d0529" providerId="ADAL" clId="{F0DE19A5-CED9-4989-93EC-3CC048EC929B}" dt="2023-05-17T14:22:56.274" v="297" actId="1076"/>
          <ac:picMkLst>
            <pc:docMk/>
            <pc:sldMk cId="3891871315" sldId="269"/>
            <ac:picMk id="5" creationId="{ED9A7CD0-67B5-55B1-9DCC-6A75F160F45F}"/>
          </ac:picMkLst>
        </pc:picChg>
        <pc:picChg chg="del">
          <ac:chgData name="RENAN RODRIGUES MENDES" userId="0b5ba3c4-ad47-48d5-a2d1-d33d8f6d0529" providerId="ADAL" clId="{F0DE19A5-CED9-4989-93EC-3CC048EC929B}" dt="2023-05-16T13:11:42.543" v="11" actId="478"/>
          <ac:picMkLst>
            <pc:docMk/>
            <pc:sldMk cId="3891871315" sldId="269"/>
            <ac:picMk id="6" creationId="{0447132B-66E6-78AA-9BE2-AD2DD1899D7D}"/>
          </ac:picMkLst>
        </pc:picChg>
      </pc:sldChg>
      <pc:sldChg chg="modSp add mod">
        <pc:chgData name="RENAN RODRIGUES MENDES" userId="0b5ba3c4-ad47-48d5-a2d1-d33d8f6d0529" providerId="ADAL" clId="{F0DE19A5-CED9-4989-93EC-3CC048EC929B}" dt="2023-05-17T14:22:12.881" v="287" actId="403"/>
        <pc:sldMkLst>
          <pc:docMk/>
          <pc:sldMk cId="3569636128" sldId="270"/>
        </pc:sldMkLst>
        <pc:spChg chg="mod">
          <ac:chgData name="RENAN RODRIGUES MENDES" userId="0b5ba3c4-ad47-48d5-a2d1-d33d8f6d0529" providerId="ADAL" clId="{F0DE19A5-CED9-4989-93EC-3CC048EC929B}" dt="2023-05-17T13:47:58.149" v="29"/>
          <ac:spMkLst>
            <pc:docMk/>
            <pc:sldMk cId="3569636128" sldId="270"/>
            <ac:spMk id="2" creationId="{F12F4BF7-95AE-F49B-5514-F0AEF4B16FB9}"/>
          </ac:spMkLst>
        </pc:spChg>
        <pc:spChg chg="mod">
          <ac:chgData name="RENAN RODRIGUES MENDES" userId="0b5ba3c4-ad47-48d5-a2d1-d33d8f6d0529" providerId="ADAL" clId="{F0DE19A5-CED9-4989-93EC-3CC048EC929B}" dt="2023-05-17T14:22:12.881" v="287" actId="403"/>
          <ac:spMkLst>
            <pc:docMk/>
            <pc:sldMk cId="3569636128" sldId="270"/>
            <ac:spMk id="3" creationId="{EA50F3B0-E90A-0C97-A08F-93D1BA0826B2}"/>
          </ac:spMkLst>
        </pc:spChg>
      </pc:sldChg>
      <pc:sldChg chg="modSp add mod">
        <pc:chgData name="RENAN RODRIGUES MENDES" userId="0b5ba3c4-ad47-48d5-a2d1-d33d8f6d0529" providerId="ADAL" clId="{F0DE19A5-CED9-4989-93EC-3CC048EC929B}" dt="2023-05-17T14:41:54.729" v="302" actId="27636"/>
        <pc:sldMkLst>
          <pc:docMk/>
          <pc:sldMk cId="693815791" sldId="271"/>
        </pc:sldMkLst>
        <pc:spChg chg="mod">
          <ac:chgData name="RENAN RODRIGUES MENDES" userId="0b5ba3c4-ad47-48d5-a2d1-d33d8f6d0529" providerId="ADAL" clId="{F0DE19A5-CED9-4989-93EC-3CC048EC929B}" dt="2023-05-17T14:41:54.729" v="302" actId="27636"/>
          <ac:spMkLst>
            <pc:docMk/>
            <pc:sldMk cId="693815791" sldId="271"/>
            <ac:spMk id="3" creationId="{8F9BB1B8-B621-9973-E030-409BBD4E03A5}"/>
          </ac:spMkLst>
        </pc:spChg>
      </pc:sldChg>
      <pc:sldChg chg="modSp add mod">
        <pc:chgData name="RENAN RODRIGUES MENDES" userId="0b5ba3c4-ad47-48d5-a2d1-d33d8f6d0529" providerId="ADAL" clId="{F0DE19A5-CED9-4989-93EC-3CC048EC929B}" dt="2023-05-17T14:42:06.554" v="309" actId="27636"/>
        <pc:sldMkLst>
          <pc:docMk/>
          <pc:sldMk cId="2894944879" sldId="272"/>
        </pc:sldMkLst>
        <pc:spChg chg="mod">
          <ac:chgData name="RENAN RODRIGUES MENDES" userId="0b5ba3c4-ad47-48d5-a2d1-d33d8f6d0529" providerId="ADAL" clId="{F0DE19A5-CED9-4989-93EC-3CC048EC929B}" dt="2023-05-17T14:42:06.554" v="309" actId="27636"/>
          <ac:spMkLst>
            <pc:docMk/>
            <pc:sldMk cId="2894944879" sldId="272"/>
            <ac:spMk id="3" creationId="{8F9BB1B8-B621-9973-E030-409BBD4E03A5}"/>
          </ac:spMkLst>
        </pc:spChg>
      </pc:sldChg>
      <pc:sldChg chg="addSp modSp add mod">
        <pc:chgData name="RENAN RODRIGUES MENDES" userId="0b5ba3c4-ad47-48d5-a2d1-d33d8f6d0529" providerId="ADAL" clId="{F0DE19A5-CED9-4989-93EC-3CC048EC929B}" dt="2023-05-17T14:07:27.189" v="112" actId="1076"/>
        <pc:sldMkLst>
          <pc:docMk/>
          <pc:sldMk cId="1051339616" sldId="273"/>
        </pc:sldMkLst>
        <pc:spChg chg="mod">
          <ac:chgData name="RENAN RODRIGUES MENDES" userId="0b5ba3c4-ad47-48d5-a2d1-d33d8f6d0529" providerId="ADAL" clId="{F0DE19A5-CED9-4989-93EC-3CC048EC929B}" dt="2023-05-17T14:07:23.276" v="110" actId="1076"/>
          <ac:spMkLst>
            <pc:docMk/>
            <pc:sldMk cId="1051339616" sldId="273"/>
            <ac:spMk id="3" creationId="{8DFE7E1E-58CD-2396-0AC1-9A13EB8A1B35}"/>
          </ac:spMkLst>
        </pc:spChg>
        <pc:picChg chg="add mod">
          <ac:chgData name="RENAN RODRIGUES MENDES" userId="0b5ba3c4-ad47-48d5-a2d1-d33d8f6d0529" providerId="ADAL" clId="{F0DE19A5-CED9-4989-93EC-3CC048EC929B}" dt="2023-05-17T14:07:27.189" v="112" actId="1076"/>
          <ac:picMkLst>
            <pc:docMk/>
            <pc:sldMk cId="1051339616" sldId="273"/>
            <ac:picMk id="5" creationId="{B4989EEE-BB8E-0059-A01C-13D3B46B258F}"/>
          </ac:picMkLst>
        </pc:picChg>
      </pc:sldChg>
      <pc:sldChg chg="modSp add mod">
        <pc:chgData name="RENAN RODRIGUES MENDES" userId="0b5ba3c4-ad47-48d5-a2d1-d33d8f6d0529" providerId="ADAL" clId="{F0DE19A5-CED9-4989-93EC-3CC048EC929B}" dt="2023-05-17T14:14:39.376" v="137" actId="20577"/>
        <pc:sldMkLst>
          <pc:docMk/>
          <pc:sldMk cId="2131860215" sldId="274"/>
        </pc:sldMkLst>
        <pc:spChg chg="mod">
          <ac:chgData name="RENAN RODRIGUES MENDES" userId="0b5ba3c4-ad47-48d5-a2d1-d33d8f6d0529" providerId="ADAL" clId="{F0DE19A5-CED9-4989-93EC-3CC048EC929B}" dt="2023-05-17T14:14:39.376" v="137" actId="20577"/>
          <ac:spMkLst>
            <pc:docMk/>
            <pc:sldMk cId="2131860215" sldId="274"/>
            <ac:spMk id="3" creationId="{8DFE7E1E-58CD-2396-0AC1-9A13EB8A1B35}"/>
          </ac:spMkLst>
        </pc:spChg>
      </pc:sldChg>
      <pc:sldChg chg="modSp add mod">
        <pc:chgData name="RENAN RODRIGUES MENDES" userId="0b5ba3c4-ad47-48d5-a2d1-d33d8f6d0529" providerId="ADAL" clId="{F0DE19A5-CED9-4989-93EC-3CC048EC929B}" dt="2023-05-17T14:42:14.647" v="310" actId="1076"/>
        <pc:sldMkLst>
          <pc:docMk/>
          <pc:sldMk cId="492708309" sldId="275"/>
        </pc:sldMkLst>
        <pc:spChg chg="mod">
          <ac:chgData name="RENAN RODRIGUES MENDES" userId="0b5ba3c4-ad47-48d5-a2d1-d33d8f6d0529" providerId="ADAL" clId="{F0DE19A5-CED9-4989-93EC-3CC048EC929B}" dt="2023-05-17T14:42:14.647" v="310" actId="1076"/>
          <ac:spMkLst>
            <pc:docMk/>
            <pc:sldMk cId="492708309" sldId="275"/>
            <ac:spMk id="3" creationId="{8DFE7E1E-58CD-2396-0AC1-9A13EB8A1B35}"/>
          </ac:spMkLst>
        </pc:spChg>
      </pc:sldChg>
      <pc:sldChg chg="modSp add mod ord">
        <pc:chgData name="RENAN RODRIGUES MENDES" userId="0b5ba3c4-ad47-48d5-a2d1-d33d8f6d0529" providerId="ADAL" clId="{F0DE19A5-CED9-4989-93EC-3CC048EC929B}" dt="2023-05-17T14:16:57.131" v="201" actId="20577"/>
        <pc:sldMkLst>
          <pc:docMk/>
          <pc:sldMk cId="187016641" sldId="276"/>
        </pc:sldMkLst>
        <pc:spChg chg="mod">
          <ac:chgData name="RENAN RODRIGUES MENDES" userId="0b5ba3c4-ad47-48d5-a2d1-d33d8f6d0529" providerId="ADAL" clId="{F0DE19A5-CED9-4989-93EC-3CC048EC929B}" dt="2023-05-17T14:16:57.131" v="201" actId="20577"/>
          <ac:spMkLst>
            <pc:docMk/>
            <pc:sldMk cId="187016641" sldId="276"/>
            <ac:spMk id="3" creationId="{515A3FDE-1C52-587A-4A46-C1BB5F1933E8}"/>
          </ac:spMkLst>
        </pc:spChg>
      </pc:sldChg>
      <pc:sldChg chg="modSp add mod">
        <pc:chgData name="RENAN RODRIGUES MENDES" userId="0b5ba3c4-ad47-48d5-a2d1-d33d8f6d0529" providerId="ADAL" clId="{F0DE19A5-CED9-4989-93EC-3CC048EC929B}" dt="2023-05-17T14:18:13.587" v="212" actId="27636"/>
        <pc:sldMkLst>
          <pc:docMk/>
          <pc:sldMk cId="311190399" sldId="277"/>
        </pc:sldMkLst>
        <pc:spChg chg="mod">
          <ac:chgData name="RENAN RODRIGUES MENDES" userId="0b5ba3c4-ad47-48d5-a2d1-d33d8f6d0529" providerId="ADAL" clId="{F0DE19A5-CED9-4989-93EC-3CC048EC929B}" dt="2023-05-17T14:18:13.587" v="212" actId="27636"/>
          <ac:spMkLst>
            <pc:docMk/>
            <pc:sldMk cId="311190399" sldId="277"/>
            <ac:spMk id="3" creationId="{515A3FDE-1C52-587A-4A46-C1BB5F1933E8}"/>
          </ac:spMkLst>
        </pc:spChg>
      </pc:sldChg>
      <pc:sldChg chg="modSp add mod">
        <pc:chgData name="RENAN RODRIGUES MENDES" userId="0b5ba3c4-ad47-48d5-a2d1-d33d8f6d0529" providerId="ADAL" clId="{F0DE19A5-CED9-4989-93EC-3CC048EC929B}" dt="2023-05-17T14:41:54.808" v="306" actId="27636"/>
        <pc:sldMkLst>
          <pc:docMk/>
          <pc:sldMk cId="2657704333" sldId="278"/>
        </pc:sldMkLst>
        <pc:spChg chg="mod">
          <ac:chgData name="RENAN RODRIGUES MENDES" userId="0b5ba3c4-ad47-48d5-a2d1-d33d8f6d0529" providerId="ADAL" clId="{F0DE19A5-CED9-4989-93EC-3CC048EC929B}" dt="2023-05-17T14:41:54.808" v="306" actId="27636"/>
          <ac:spMkLst>
            <pc:docMk/>
            <pc:sldMk cId="2657704333" sldId="278"/>
            <ac:spMk id="3" creationId="{515A3FDE-1C52-587A-4A46-C1BB5F1933E8}"/>
          </ac:spMkLst>
        </pc:spChg>
      </pc:sldChg>
    </pc:docChg>
  </pc:docChgLst>
  <pc:docChgLst>
    <pc:chgData name="RENAN RODRIGUES MENDES" userId="0b5ba3c4-ad47-48d5-a2d1-d33d8f6d0529" providerId="ADAL" clId="{2F7A895A-D7C0-4D9F-AE93-FD6C27C3D5E6}"/>
    <pc:docChg chg="addSld">
      <pc:chgData name="RENAN RODRIGUES MENDES" userId="0b5ba3c4-ad47-48d5-a2d1-d33d8f6d0529" providerId="ADAL" clId="{2F7A895A-D7C0-4D9F-AE93-FD6C27C3D5E6}" dt="2023-05-31T13:56:26.528" v="0" actId="680"/>
      <pc:docMkLst>
        <pc:docMk/>
      </pc:docMkLst>
      <pc:sldChg chg="new">
        <pc:chgData name="RENAN RODRIGUES MENDES" userId="0b5ba3c4-ad47-48d5-a2d1-d33d8f6d0529" providerId="ADAL" clId="{2F7A895A-D7C0-4D9F-AE93-FD6C27C3D5E6}" dt="2023-05-31T13:56:26.528" v="0" actId="680"/>
        <pc:sldMkLst>
          <pc:docMk/>
          <pc:sldMk cId="637390727" sldId="282"/>
        </pc:sldMkLst>
      </pc:sldChg>
    </pc:docChg>
  </pc:docChgLst>
  <pc:docChgLst>
    <pc:chgData name="RENAN MENDES" userId="0b5ba3c4-ad47-48d5-a2d1-d33d8f6d0529" providerId="ADAL" clId="{F2B0062E-7EA7-43CA-A811-DD67D28431E3}"/>
    <pc:docChg chg="custSel addSld modSld">
      <pc:chgData name="RENAN MENDES" userId="0b5ba3c4-ad47-48d5-a2d1-d33d8f6d0529" providerId="ADAL" clId="{F2B0062E-7EA7-43CA-A811-DD67D28431E3}" dt="2023-05-17T20:15:20.262" v="55" actId="27636"/>
      <pc:docMkLst>
        <pc:docMk/>
      </pc:docMkLst>
      <pc:sldChg chg="modSp add">
        <pc:chgData name="RENAN MENDES" userId="0b5ba3c4-ad47-48d5-a2d1-d33d8f6d0529" providerId="ADAL" clId="{F2B0062E-7EA7-43CA-A811-DD67D28431E3}" dt="2023-05-17T20:12:40.775" v="16" actId="1076"/>
        <pc:sldMkLst>
          <pc:docMk/>
          <pc:sldMk cId="347964240" sldId="279"/>
        </pc:sldMkLst>
        <pc:spChg chg="mod">
          <ac:chgData name="RENAN MENDES" userId="0b5ba3c4-ad47-48d5-a2d1-d33d8f6d0529" providerId="ADAL" clId="{F2B0062E-7EA7-43CA-A811-DD67D28431E3}" dt="2023-05-17T20:12:01.126" v="2" actId="20578"/>
          <ac:spMkLst>
            <pc:docMk/>
            <pc:sldMk cId="347964240" sldId="279"/>
            <ac:spMk id="2" creationId="{23F05B9A-89AF-4271-84C4-FBAE52B1440D}"/>
          </ac:spMkLst>
        </pc:spChg>
        <pc:spChg chg="mod">
          <ac:chgData name="RENAN MENDES" userId="0b5ba3c4-ad47-48d5-a2d1-d33d8f6d0529" providerId="ADAL" clId="{F2B0062E-7EA7-43CA-A811-DD67D28431E3}" dt="2023-05-17T20:12:40.775" v="16" actId="1076"/>
          <ac:spMkLst>
            <pc:docMk/>
            <pc:sldMk cId="347964240" sldId="279"/>
            <ac:spMk id="3" creationId="{AF4F0810-52FB-44A2-81E2-DA2D98FABC6D}"/>
          </ac:spMkLst>
        </pc:spChg>
      </pc:sldChg>
      <pc:sldChg chg="modSp add">
        <pc:chgData name="RENAN MENDES" userId="0b5ba3c4-ad47-48d5-a2d1-d33d8f6d0529" providerId="ADAL" clId="{F2B0062E-7EA7-43CA-A811-DD67D28431E3}" dt="2023-05-17T20:13:41.857" v="33" actId="27636"/>
        <pc:sldMkLst>
          <pc:docMk/>
          <pc:sldMk cId="3164715889" sldId="280"/>
        </pc:sldMkLst>
        <pc:spChg chg="mod">
          <ac:chgData name="RENAN MENDES" userId="0b5ba3c4-ad47-48d5-a2d1-d33d8f6d0529" providerId="ADAL" clId="{F2B0062E-7EA7-43CA-A811-DD67D28431E3}" dt="2023-05-17T20:13:04.363" v="20" actId="20578"/>
          <ac:spMkLst>
            <pc:docMk/>
            <pc:sldMk cId="3164715889" sldId="280"/>
            <ac:spMk id="2" creationId="{B0B2AF20-3F6D-4DCF-9C4D-8EE42EE22FE6}"/>
          </ac:spMkLst>
        </pc:spChg>
        <pc:spChg chg="mod">
          <ac:chgData name="RENAN MENDES" userId="0b5ba3c4-ad47-48d5-a2d1-d33d8f6d0529" providerId="ADAL" clId="{F2B0062E-7EA7-43CA-A811-DD67D28431E3}" dt="2023-05-17T20:13:41.857" v="33" actId="27636"/>
          <ac:spMkLst>
            <pc:docMk/>
            <pc:sldMk cId="3164715889" sldId="280"/>
            <ac:spMk id="3" creationId="{18F8578B-CD37-4FEF-9CEC-D867452CB177}"/>
          </ac:spMkLst>
        </pc:spChg>
      </pc:sldChg>
      <pc:sldChg chg="modSp add">
        <pc:chgData name="RENAN MENDES" userId="0b5ba3c4-ad47-48d5-a2d1-d33d8f6d0529" providerId="ADAL" clId="{F2B0062E-7EA7-43CA-A811-DD67D28431E3}" dt="2023-05-17T20:15:20.262" v="55" actId="27636"/>
        <pc:sldMkLst>
          <pc:docMk/>
          <pc:sldMk cId="3421553256" sldId="281"/>
        </pc:sldMkLst>
        <pc:spChg chg="mod">
          <ac:chgData name="RENAN MENDES" userId="0b5ba3c4-ad47-48d5-a2d1-d33d8f6d0529" providerId="ADAL" clId="{F2B0062E-7EA7-43CA-A811-DD67D28431E3}" dt="2023-05-17T20:14:18.103" v="36" actId="20578"/>
          <ac:spMkLst>
            <pc:docMk/>
            <pc:sldMk cId="3421553256" sldId="281"/>
            <ac:spMk id="2" creationId="{E63DA346-4289-459D-A0D9-4F8FC301D4C0}"/>
          </ac:spMkLst>
        </pc:spChg>
        <pc:spChg chg="mod">
          <ac:chgData name="RENAN MENDES" userId="0b5ba3c4-ad47-48d5-a2d1-d33d8f6d0529" providerId="ADAL" clId="{F2B0062E-7EA7-43CA-A811-DD67D28431E3}" dt="2023-05-17T20:15:20.262" v="55" actId="27636"/>
          <ac:spMkLst>
            <pc:docMk/>
            <pc:sldMk cId="3421553256" sldId="281"/>
            <ac:spMk id="3" creationId="{26B745BD-5096-4377-9498-7B5A148D83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78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1200"/>
              </a:spcAft>
              <a:defRPr/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86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5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37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9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45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42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26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75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862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899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198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486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7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37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FB7CA-008F-45AC-B89B-167E490A75EF}" type="datetimeFigureOut">
              <a:rPr lang="pt-BR" smtClean="0"/>
              <a:t>31/05/2023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14476-B9EB-4566-9D92-243E4EB2D3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772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71B3A-9B18-6F06-CE5D-40A2759EBB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MQTT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A0742D-DAF4-1C13-A8BD-1EDD4E8828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53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68E6F-85DB-F741-D215-0F7C4C4D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MQTT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BB1B8-B621-9973-E030-409BBD4E0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3166"/>
            <a:ext cx="8596668" cy="3880773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800" dirty="0"/>
              <a:t>O MQTT (</a:t>
            </a:r>
            <a:r>
              <a:rPr lang="pt-BR" sz="2800" dirty="0" err="1"/>
              <a:t>Message</a:t>
            </a:r>
            <a:r>
              <a:rPr lang="pt-BR" sz="2800" dirty="0"/>
              <a:t> </a:t>
            </a:r>
            <a:r>
              <a:rPr lang="pt-BR" sz="2800" dirty="0" err="1"/>
              <a:t>Queue</a:t>
            </a:r>
            <a:r>
              <a:rPr lang="pt-BR" sz="2800" dirty="0"/>
              <a:t> </a:t>
            </a:r>
            <a:r>
              <a:rPr lang="pt-BR" sz="2800" dirty="0" err="1"/>
              <a:t>Telemetry</a:t>
            </a:r>
            <a:r>
              <a:rPr lang="pt-BR" sz="2800" dirty="0"/>
              <a:t> </a:t>
            </a:r>
            <a:r>
              <a:rPr lang="pt-BR" sz="2800" dirty="0" err="1"/>
              <a:t>Transport</a:t>
            </a:r>
            <a:r>
              <a:rPr lang="pt-BR" sz="2800" dirty="0"/>
              <a:t>) é em um protocolo de mensagens leve / light-</a:t>
            </a:r>
            <a:r>
              <a:rPr lang="pt-BR" sz="2800" dirty="0" err="1"/>
              <a:t>weight</a:t>
            </a:r>
            <a:r>
              <a:rPr lang="pt-BR" sz="2800" dirty="0"/>
              <a:t> criado em 1999. </a:t>
            </a:r>
          </a:p>
          <a:p>
            <a:pPr algn="just"/>
            <a:r>
              <a:rPr lang="pt-BR" sz="2800" dirty="0"/>
              <a:t>O objetivo original dele era ser um protocolo adequado para comunicação entre máquinas / dispositivos em rede (tanto local como Internet). </a:t>
            </a:r>
          </a:p>
          <a:p>
            <a:pPr algn="just"/>
            <a:r>
              <a:rPr lang="pt-BR" sz="2800" dirty="0"/>
              <a:t>Este tipo de comunicação é referenciada na literatura técnica como M2M (</a:t>
            </a:r>
            <a:r>
              <a:rPr lang="pt-BR" sz="2800" dirty="0" err="1"/>
              <a:t>Machine-to-Machine</a:t>
            </a:r>
            <a:r>
              <a:rPr lang="pt-BR" sz="28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69381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68E6F-85DB-F741-D215-0F7C4C4D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MQTT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BB1B8-B621-9973-E030-409BBD4E0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5568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Pelo fato de não utilizar alto poder computacional (processamento e uso de memória RAM), assim como não utilizar alta banda de Internet, o MQTT é um dos protocolos mais adequados atualmente para comunicação M2M e telemetria em dispositivos embarcados de forma geral. </a:t>
            </a:r>
          </a:p>
          <a:p>
            <a:pPr algn="just"/>
            <a:r>
              <a:rPr lang="pt-BR" sz="2800" dirty="0"/>
              <a:t>Justamente por isso, o MQTT é popular em se tratando de Internet das Coisas. </a:t>
            </a:r>
          </a:p>
        </p:txBody>
      </p:sp>
    </p:spTree>
    <p:extLst>
      <p:ext uri="{BB962C8B-B14F-4D97-AF65-F5344CB8AC3E}">
        <p14:creationId xmlns:p14="http://schemas.microsoft.com/office/powerpoint/2010/main" val="2619954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68E6F-85DB-F741-D215-0F7C4C4D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MQTT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BB1B8-B621-9973-E030-409BBD4E0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5568"/>
            <a:ext cx="8596668" cy="3880773"/>
          </a:xfrm>
        </p:spPr>
        <p:txBody>
          <a:bodyPr>
            <a:normAutofit/>
          </a:bodyPr>
          <a:lstStyle/>
          <a:p>
            <a:r>
              <a:rPr lang="pt-BR" sz="2800" dirty="0"/>
              <a:t>Uma comunicação MQTT é composta das seguintes partes: </a:t>
            </a:r>
          </a:p>
          <a:p>
            <a:r>
              <a:rPr lang="pt-BR" sz="2800" dirty="0" err="1"/>
              <a:t>Publishers</a:t>
            </a:r>
            <a:r>
              <a:rPr lang="pt-BR" sz="2800" dirty="0"/>
              <a:t>: o(s) dispositivo(s) que irá (irão) disponibilizar informações.</a:t>
            </a:r>
          </a:p>
          <a:p>
            <a:r>
              <a:rPr lang="pt-BR" sz="2800" dirty="0" err="1"/>
              <a:t>Subscribers</a:t>
            </a:r>
            <a:r>
              <a:rPr lang="pt-BR" sz="2800" dirty="0"/>
              <a:t>: o(s) dispositivo(s) que irá (irão) receber as informações.</a:t>
            </a:r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9494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464A0-94FD-389E-18CD-908B3CA1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BEC66A5-70BB-02FB-59C1-E3C853FBC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480"/>
          <a:stretch/>
        </p:blipFill>
        <p:spPr>
          <a:xfrm>
            <a:off x="3254477" y="1416499"/>
            <a:ext cx="4697154" cy="3953169"/>
          </a:xfrm>
        </p:spPr>
      </p:pic>
    </p:spTree>
    <p:extLst>
      <p:ext uri="{BB962C8B-B14F-4D97-AF65-F5344CB8AC3E}">
        <p14:creationId xmlns:p14="http://schemas.microsoft.com/office/powerpoint/2010/main" val="171639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325C1-9C10-ED10-C58C-0E24FF52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FE7E1E-58CD-2396-0AC1-9A13EB8A1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0470"/>
            <a:ext cx="8596668" cy="4619590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800" dirty="0"/>
              <a:t>Broker: este é o servidor da comunicação MQTT.</a:t>
            </a:r>
          </a:p>
          <a:p>
            <a:pPr algn="just"/>
            <a:r>
              <a:rPr lang="pt-BR" sz="2800" dirty="0"/>
              <a:t>Ele fica “na nuvem” (em um servidor na Internet, acessível de qualquer lugar do mundo desde que haja conexão com à Internet). </a:t>
            </a:r>
          </a:p>
          <a:p>
            <a:pPr algn="just"/>
            <a:r>
              <a:rPr lang="pt-BR" sz="2800" dirty="0"/>
              <a:t>Teoricamente, não há limites máximo e mínimo especificados de </a:t>
            </a:r>
            <a:r>
              <a:rPr lang="pt-BR" sz="2800" dirty="0" err="1"/>
              <a:t>subscribers</a:t>
            </a:r>
            <a:r>
              <a:rPr lang="pt-BR" sz="2800" dirty="0"/>
              <a:t> e </a:t>
            </a:r>
            <a:r>
              <a:rPr lang="pt-BR" sz="2800" dirty="0" err="1"/>
              <a:t>publishers</a:t>
            </a:r>
            <a:r>
              <a:rPr lang="pt-BR" sz="2800" dirty="0"/>
              <a:t> em uma mesma comunicação MQTT, portanto a escalabilidade de uma comunicação MQTT pode ser altíssima.</a:t>
            </a:r>
          </a:p>
          <a:p>
            <a:pPr marL="0" indent="0" algn="just">
              <a:buNone/>
            </a:pPr>
            <a:r>
              <a:rPr lang="pt-BR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8859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325C1-9C10-ED10-C58C-0E24FF52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FE7E1E-58CD-2396-0AC1-9A13EB8A1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3466"/>
            <a:ext cx="8596668" cy="3880773"/>
          </a:xfrm>
        </p:spPr>
        <p:txBody>
          <a:bodyPr>
            <a:normAutofit/>
          </a:bodyPr>
          <a:lstStyle/>
          <a:p>
            <a:r>
              <a:rPr lang="pt-BR" sz="2800" dirty="0"/>
              <a:t>Brokers públicos</a:t>
            </a:r>
          </a:p>
          <a:p>
            <a:r>
              <a:rPr lang="pt-BR" sz="2800" dirty="0"/>
              <a:t>Quando preciso de um broker na nuvem para validar uma conexão geralmente uso os seguintes brokers públicos:</a:t>
            </a:r>
          </a:p>
          <a:p>
            <a:endParaRPr lang="pt-BR" sz="2800" dirty="0"/>
          </a:p>
          <a:p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989EEE-BB8E-0059-A01C-13D3B46B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08" y="3429000"/>
            <a:ext cx="8817104" cy="19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3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325C1-9C10-ED10-C58C-0E24FF52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FE7E1E-58CD-2396-0AC1-9A13EB8A1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2800" dirty="0"/>
              <a:t>Apesar da distinção entre </a:t>
            </a:r>
            <a:r>
              <a:rPr lang="pt-BR" sz="2800" dirty="0" err="1"/>
              <a:t>publisher</a:t>
            </a:r>
            <a:r>
              <a:rPr lang="pt-BR" sz="2800" dirty="0"/>
              <a:t> e </a:t>
            </a:r>
            <a:r>
              <a:rPr lang="pt-BR" sz="2800" dirty="0" err="1"/>
              <a:t>subscriber</a:t>
            </a:r>
            <a:endParaRPr lang="pt-BR" sz="2800" dirty="0"/>
          </a:p>
          <a:p>
            <a:pPr algn="just"/>
            <a:r>
              <a:rPr lang="pt-BR" sz="2800" dirty="0"/>
              <a:t>um dispositivo pode, de forma simultânea, publicar (fazer </a:t>
            </a:r>
            <a:r>
              <a:rPr lang="pt-BR" sz="2800" dirty="0" err="1"/>
              <a:t>publish</a:t>
            </a:r>
            <a:r>
              <a:rPr lang="pt-BR" sz="2800" dirty="0"/>
              <a:t>) em N tópicos diferentes</a:t>
            </a:r>
          </a:p>
          <a:p>
            <a:pPr algn="just"/>
            <a:r>
              <a:rPr lang="pt-BR" sz="2800" dirty="0"/>
              <a:t>E se subscrever (ser </a:t>
            </a:r>
            <a:r>
              <a:rPr lang="pt-BR" sz="2800" dirty="0" err="1"/>
              <a:t>subscriber</a:t>
            </a:r>
            <a:r>
              <a:rPr lang="pt-BR" sz="2800" dirty="0"/>
              <a:t>) em X tópicos distintos. </a:t>
            </a:r>
          </a:p>
          <a:p>
            <a:pPr algn="just"/>
            <a:r>
              <a:rPr lang="pt-BR" sz="2800" dirty="0"/>
              <a:t>Ou seja, um mesmo dispositivo pode ser </a:t>
            </a:r>
            <a:r>
              <a:rPr lang="pt-BR" sz="2800" dirty="0" err="1"/>
              <a:t>publisher</a:t>
            </a:r>
            <a:r>
              <a:rPr lang="pt-BR" sz="2800" dirty="0"/>
              <a:t> e </a:t>
            </a:r>
            <a:r>
              <a:rPr lang="pt-BR" sz="2800" dirty="0" err="1"/>
              <a:t>subscriber</a:t>
            </a:r>
            <a:r>
              <a:rPr lang="pt-BR" sz="2800" dirty="0"/>
              <a:t>, o que significa que todos podem enviar e receber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49270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325C1-9C10-ED10-C58C-0E24FF52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FE7E1E-58CD-2396-0AC1-9A13EB8A1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74" y="1046828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pt-BR" sz="2800" dirty="0"/>
              <a:t>Os dispositivos </a:t>
            </a:r>
            <a:r>
              <a:rPr lang="pt-BR" sz="2800" dirty="0" err="1"/>
              <a:t>publishers</a:t>
            </a:r>
            <a:r>
              <a:rPr lang="pt-BR" sz="2800" dirty="0"/>
              <a:t> enviam informações para o Broker. </a:t>
            </a:r>
          </a:p>
          <a:p>
            <a:pPr algn="just"/>
            <a:r>
              <a:rPr lang="pt-BR" sz="2800" dirty="0"/>
              <a:t>Por sua vez, os dispositivos </a:t>
            </a:r>
            <a:r>
              <a:rPr lang="pt-BR" sz="2800" dirty="0" err="1"/>
              <a:t>subscribers</a:t>
            </a:r>
            <a:r>
              <a:rPr lang="pt-BR" sz="2800" dirty="0"/>
              <a:t> recebem tais informações do Broker e ele gerencia a troca de mensagens. </a:t>
            </a:r>
          </a:p>
          <a:p>
            <a:pPr algn="just"/>
            <a:r>
              <a:rPr lang="pt-BR" sz="2800" dirty="0"/>
              <a:t>Ou seja, o “trabalho pesado” de sincronizar o envio e recebimento fica sob inteira responsabilidade do Broker, o que faz com que os sistemas embarcados (</a:t>
            </a:r>
            <a:r>
              <a:rPr lang="pt-BR" sz="2800" dirty="0" err="1"/>
              <a:t>publishers</a:t>
            </a:r>
            <a:r>
              <a:rPr lang="pt-BR" sz="2800" dirty="0"/>
              <a:t> e </a:t>
            </a:r>
            <a:r>
              <a:rPr lang="pt-BR" sz="2800" dirty="0" err="1"/>
              <a:t>subscribers</a:t>
            </a:r>
            <a:r>
              <a:rPr lang="pt-BR" sz="2800" dirty="0"/>
              <a:t>) fiquem livres para gerenciar outras coisas, inclusive entrar em </a:t>
            </a:r>
            <a:r>
              <a:rPr lang="pt-BR" sz="2800" dirty="0" err="1"/>
              <a:t>sleep</a:t>
            </a:r>
            <a:r>
              <a:rPr lang="pt-BR" sz="2800" dirty="0"/>
              <a:t> ou </a:t>
            </a:r>
            <a:r>
              <a:rPr lang="pt-BR" sz="2800" dirty="0" err="1"/>
              <a:t>deep</a:t>
            </a:r>
            <a:r>
              <a:rPr lang="pt-BR" sz="2800" dirty="0"/>
              <a:t> </a:t>
            </a:r>
            <a:r>
              <a:rPr lang="pt-BR" sz="2800" dirty="0" err="1"/>
              <a:t>sleep</a:t>
            </a:r>
            <a:r>
              <a:rPr lang="pt-BR" sz="2800" dirty="0"/>
              <a:t> </a:t>
            </a:r>
            <a:r>
              <a:rPr lang="pt-BR" sz="2800" dirty="0" err="1"/>
              <a:t>mode</a:t>
            </a:r>
            <a:r>
              <a:rPr lang="pt-BR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3186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5CA91-3EEA-FF68-7045-24B6DDEC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C0FB6B-927E-1E44-81A2-C380EBEF3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O MQTT além de utilizar poucos recursos computacionais, pode-se afirmar que o MQTT leva a uma redução de consumo energético (se comparado a alguns outros protocolos de comunicação, como o HTTP, por exemplo). </a:t>
            </a:r>
          </a:p>
        </p:txBody>
      </p:sp>
    </p:spTree>
    <p:extLst>
      <p:ext uri="{BB962C8B-B14F-4D97-AF65-F5344CB8AC3E}">
        <p14:creationId xmlns:p14="http://schemas.microsoft.com/office/powerpoint/2010/main" val="4066795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B650C-2E17-2DCC-610C-34979686E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A3FDE-1C52-587A-4A46-C1BB5F19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Tópico: “chave” / identificação da informação publicada. É usado para direcionar a informação publicada / enviada a quem assina (quem “dá </a:t>
            </a:r>
            <a:r>
              <a:rPr lang="pt-BR" sz="2800" dirty="0" err="1"/>
              <a:t>subscribe</a:t>
            </a:r>
            <a:r>
              <a:rPr lang="pt-BR" sz="2800" dirty="0"/>
              <a:t>”) no tópico, permitindo ao broker MQTT gerenciar esta entrega de mensagens. </a:t>
            </a:r>
          </a:p>
          <a:p>
            <a:pPr algn="just"/>
            <a:r>
              <a:rPr lang="pt-BR" sz="2800" dirty="0"/>
              <a:t>O tópico consiste de uma </a:t>
            </a:r>
            <a:r>
              <a:rPr lang="pt-BR" sz="2800" dirty="0" err="1"/>
              <a:t>string</a:t>
            </a:r>
            <a:r>
              <a:rPr lang="pt-BR" sz="2800" dirty="0"/>
              <a:t> (por exemplo: </a:t>
            </a:r>
            <a:r>
              <a:rPr lang="pt-BR" sz="2800" dirty="0" err="1"/>
              <a:t>MQTTTesteTopico</a:t>
            </a:r>
            <a:r>
              <a:rPr lang="pt-BR" sz="2800" dirty="0"/>
              <a:t>)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016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B650C-2E17-2DCC-610C-34979686E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A3FDE-1C52-587A-4A46-C1BB5F193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9149"/>
            <a:ext cx="8596668" cy="4582213"/>
          </a:xfrm>
        </p:spPr>
        <p:txBody>
          <a:bodyPr>
            <a:normAutofit/>
          </a:bodyPr>
          <a:lstStyle/>
          <a:p>
            <a:pPr algn="just"/>
            <a:r>
              <a:rPr lang="pt-BR" sz="3000" dirty="0" err="1"/>
              <a:t>Payload</a:t>
            </a:r>
            <a:r>
              <a:rPr lang="pt-BR" sz="3000" dirty="0"/>
              <a:t>: informação que deseja enviar (propriamente dita).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9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B650C-2E17-2DCC-610C-34979686E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A3FDE-1C52-587A-4A46-C1BB5F193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9149"/>
            <a:ext cx="8596668" cy="4582213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000" dirty="0"/>
              <a:t>Um </a:t>
            </a:r>
            <a:r>
              <a:rPr lang="pt-BR" sz="3000" dirty="0" err="1"/>
              <a:t>publisher</a:t>
            </a:r>
            <a:r>
              <a:rPr lang="pt-BR" sz="3000" dirty="0"/>
              <a:t>, conectado ao Broker (servidor MQTT) , envia / publica as informações em um dado momento. </a:t>
            </a:r>
          </a:p>
          <a:p>
            <a:pPr algn="just"/>
            <a:r>
              <a:rPr lang="pt-BR" sz="3000" dirty="0"/>
              <a:t>Os </a:t>
            </a:r>
            <a:r>
              <a:rPr lang="pt-BR" sz="3000" dirty="0" err="1"/>
              <a:t>subscribers</a:t>
            </a:r>
            <a:r>
              <a:rPr lang="pt-BR" sz="3000" dirty="0"/>
              <a:t>, assim como os </a:t>
            </a:r>
            <a:r>
              <a:rPr lang="pt-BR" sz="3000" dirty="0" err="1"/>
              <a:t>publishers</a:t>
            </a:r>
            <a:r>
              <a:rPr lang="pt-BR" sz="3000" dirty="0"/>
              <a:t>, também estão conectados aos brokers e “escutando” mensagens trafegadas com o tópico-alvo. Quando uma mensagem com o tópico alvo é publicada, automaticamente são direcionadas aos </a:t>
            </a:r>
            <a:r>
              <a:rPr lang="pt-BR" sz="3000" dirty="0" err="1"/>
              <a:t>subscribers</a:t>
            </a:r>
            <a:r>
              <a:rPr lang="pt-BR" sz="3000" dirty="0"/>
              <a:t>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7704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DEE35-5A99-2362-0241-F6BE2542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34A6AA-E0E7-8044-BE4F-736179B21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85218"/>
            <a:ext cx="8596668" cy="552531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800" dirty="0"/>
              <a:t>Em termos de portas de comunicação MQTT, tipicamente há duas opções: </a:t>
            </a:r>
          </a:p>
          <a:p>
            <a:pPr algn="just"/>
            <a:r>
              <a:rPr lang="pt-BR" sz="2800" dirty="0"/>
              <a:t>Porta 1883: conexão com broker MQTT sem encriptação. Por razões de segurança, é recomendado o uso de MQTT com conexão não encriptada somente para testes rápidos, protótipos e afins, nunca em produtos finais.</a:t>
            </a:r>
          </a:p>
          <a:p>
            <a:pPr algn="just"/>
            <a:r>
              <a:rPr lang="pt-BR" sz="2800" dirty="0"/>
              <a:t> Porta 8883: conexão com broker MQTT com encriptação (usando TLS/SSL).</a:t>
            </a:r>
          </a:p>
          <a:p>
            <a:pPr algn="just"/>
            <a:r>
              <a:rPr lang="pt-BR" sz="2800" dirty="0"/>
              <a:t> O uso de encriptação na conexão MQTT é algo não tão simples de se fazer</a:t>
            </a:r>
          </a:p>
        </p:txBody>
      </p:sp>
    </p:spTree>
    <p:extLst>
      <p:ext uri="{BB962C8B-B14F-4D97-AF65-F5344CB8AC3E}">
        <p14:creationId xmlns:p14="http://schemas.microsoft.com/office/powerpoint/2010/main" val="243564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05B9A-89AF-4271-84C4-FBAE52B14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QoS</a:t>
            </a:r>
            <a:r>
              <a:rPr lang="pt-BR" dirty="0"/>
              <a:t> 0 - No máximo uma vez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4F0810-52FB-44A2-81E2-DA2D98FA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72" y="1763774"/>
            <a:ext cx="8596668" cy="3880773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800" dirty="0"/>
              <a:t>Nesse </a:t>
            </a:r>
            <a:r>
              <a:rPr lang="pt-BR" sz="2800" dirty="0" err="1"/>
              <a:t>QoS</a:t>
            </a:r>
            <a:r>
              <a:rPr lang="pt-BR" sz="2800" dirty="0"/>
              <a:t> a mensagem é enviada apenas uma vez e não haverá passos seguintes, dessa forma a mensagem não será armazenada, nem haverá um feedback para saber se ela chegou ao destinatário.</a:t>
            </a:r>
          </a:p>
          <a:p>
            <a:pPr algn="just"/>
            <a:r>
              <a:rPr lang="pt-BR" sz="2800" dirty="0"/>
              <a:t>Esse modo de transferência é o mais rápido, porém o menos seguro já que a mensagem será perdida caso o envio falhe ou o cliente esteja desconectado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964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2AF20-3F6D-4DCF-9C4D-8EE42EE2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QoS</a:t>
            </a:r>
            <a:r>
              <a:rPr lang="pt-BR" dirty="0"/>
              <a:t> 1 - Pelo menos uma vez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F8578B-CD37-4FEF-9CEC-D867452CB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77" y="1392838"/>
            <a:ext cx="8596667" cy="4481751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Nesse modo de transferência, a mensagem é entregue pelo menos uma vez, havendo uma espera da recepção de feedback da entrega da mensagem, o chamado PUBACK. Não recebendo o PUBACK, a mensagem continuará sendo enviado até que haja o feedback. </a:t>
            </a:r>
          </a:p>
          <a:p>
            <a:pPr algn="just"/>
            <a:r>
              <a:rPr lang="pt-BR" sz="2400" dirty="0"/>
              <a:t>Nesse </a:t>
            </a:r>
            <a:r>
              <a:rPr lang="pt-BR" sz="2400" dirty="0" err="1"/>
              <a:t>QoS</a:t>
            </a:r>
            <a:r>
              <a:rPr lang="pt-BR" sz="2400" dirty="0"/>
              <a:t> pode acontecer da mensagem ser enviada diversas vezes e ser processada diversas vezes.</a:t>
            </a:r>
          </a:p>
          <a:p>
            <a:pPr algn="just"/>
            <a:r>
              <a:rPr lang="pt-BR" sz="2400" dirty="0"/>
              <a:t>Para que haja o envio da mensagem mais de uma vez, a mensagem precisa ser armazenada. Ela será excluída do receptor após ter recebido o feedback de confirmação do envio.</a:t>
            </a:r>
          </a:p>
        </p:txBody>
      </p:sp>
    </p:spTree>
    <p:extLst>
      <p:ext uri="{BB962C8B-B14F-4D97-AF65-F5344CB8AC3E}">
        <p14:creationId xmlns:p14="http://schemas.microsoft.com/office/powerpoint/2010/main" val="3164715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DA346-4289-459D-A0D9-4F8FC301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QoS</a:t>
            </a:r>
            <a:r>
              <a:rPr lang="pt-BR" dirty="0"/>
              <a:t> 2 - Exatamente uma vez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745BD-5096-4377-9498-7B5A148D8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7095"/>
            <a:ext cx="8596668" cy="4704268"/>
          </a:xfrm>
        </p:spPr>
        <p:txBody>
          <a:bodyPr>
            <a:normAutofit/>
          </a:bodyPr>
          <a:lstStyle/>
          <a:p>
            <a:pPr algn="just"/>
            <a:r>
              <a:rPr lang="pt-BR" sz="3000" dirty="0"/>
              <a:t>Nesse modo de transferência, a mensagem é entregue exatamente uma vez, necessitando que a mensagem seja armazenada localmente no emissor e no receptor até que seja processada. </a:t>
            </a:r>
          </a:p>
        </p:txBody>
      </p:sp>
    </p:spTree>
    <p:extLst>
      <p:ext uri="{BB962C8B-B14F-4D97-AF65-F5344CB8AC3E}">
        <p14:creationId xmlns:p14="http://schemas.microsoft.com/office/powerpoint/2010/main" val="3421553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F4BF7-95AE-F49B-5514-F0AEF4B1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0F3B0-E90A-0C97-A08F-93D1BA08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Download Loja do Windows MQTTBOX</a:t>
            </a:r>
          </a:p>
        </p:txBody>
      </p:sp>
    </p:spTree>
    <p:extLst>
      <p:ext uri="{BB962C8B-B14F-4D97-AF65-F5344CB8AC3E}">
        <p14:creationId xmlns:p14="http://schemas.microsoft.com/office/powerpoint/2010/main" val="3569636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EE385-D359-4E17-60E5-9A213E7F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1E3ECDB-2869-7528-AC82-6752B18E0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910" y="81726"/>
            <a:ext cx="6410528" cy="6776274"/>
          </a:xfrm>
        </p:spPr>
      </p:pic>
    </p:spTree>
    <p:extLst>
      <p:ext uri="{BB962C8B-B14F-4D97-AF65-F5344CB8AC3E}">
        <p14:creationId xmlns:p14="http://schemas.microsoft.com/office/powerpoint/2010/main" val="1528944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15599-B7F9-5922-379E-84F8B4E74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8E036A-6CD2-F9D7-989C-5B5EC7354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6619C6-89BC-6E3E-A399-B14DCE25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990" y="0"/>
            <a:ext cx="4961236" cy="678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77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595BB-1BEC-ED51-7B4E-8E3A2EA0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DA15F8-165F-5110-D1B6-8C909BF98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B476BC-F923-BA14-098E-31A265C4B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242556"/>
            <a:ext cx="7982183" cy="617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30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595BB-1BEC-ED51-7B4E-8E3A2EA0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DA15F8-165F-5110-D1B6-8C909BF98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47132B-66E6-78AA-9BE2-AD2DD1899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933" y="2536723"/>
            <a:ext cx="3263496" cy="11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CFDE1-CD75-2B61-6B64-9A20F34F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BC119E-85A8-992F-66F6-E65D4907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Instalação da biblioteca para comunicação MQTT  </a:t>
            </a:r>
            <a:r>
              <a:rPr lang="pt-BR" sz="2400" dirty="0" err="1"/>
              <a:t>PubSubClient</a:t>
            </a:r>
            <a:r>
              <a:rPr lang="pt-BR" sz="2400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24552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595BB-1BEC-ED51-7B4E-8E3A2EA0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DA15F8-165F-5110-D1B6-8C909BF98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9A7CD0-67B5-55B1-9DCC-6A75F160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6115"/>
            <a:ext cx="10700295" cy="336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71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8EB17-1340-2CDC-6F7B-E4CA97B0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6E511F-F185-5AEE-7804-08A30D2E8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3907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231</TotalTime>
  <Words>867</Words>
  <Application>Microsoft Office PowerPoint</Application>
  <PresentationFormat>Widescreen</PresentationFormat>
  <Paragraphs>46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Trebuchet MS</vt:lpstr>
      <vt:lpstr>Wingdings 3</vt:lpstr>
      <vt:lpstr>Facetado</vt:lpstr>
      <vt:lpstr>MQTT</vt:lpstr>
      <vt:lpstr>MQTT</vt:lpstr>
      <vt:lpstr>MQTT</vt:lpstr>
      <vt:lpstr>MQTT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QoS 0 - No máximo uma vez </vt:lpstr>
      <vt:lpstr>QoS 1 - Pelo menos uma vez </vt:lpstr>
      <vt:lpstr>QoS 2 - Exatamente uma vez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RENAN RODRIGUES MENDES</dc:creator>
  <cp:lastModifiedBy>RENAN RODRIGUES MENDES</cp:lastModifiedBy>
  <cp:revision>2</cp:revision>
  <dcterms:created xsi:type="dcterms:W3CDTF">2023-04-26T13:48:08Z</dcterms:created>
  <dcterms:modified xsi:type="dcterms:W3CDTF">2023-05-31T13:56:29Z</dcterms:modified>
</cp:coreProperties>
</file>