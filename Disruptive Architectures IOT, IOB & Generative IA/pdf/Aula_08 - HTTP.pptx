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7" r:id="rId3"/>
    <p:sldId id="262" r:id="rId4"/>
    <p:sldId id="266" r:id="rId5"/>
    <p:sldId id="264" r:id="rId6"/>
    <p:sldId id="260" r:id="rId7"/>
    <p:sldId id="263" r:id="rId8"/>
    <p:sldId id="268" r:id="rId9"/>
    <p:sldId id="269" r:id="rId10"/>
    <p:sldId id="270" r:id="rId11"/>
    <p:sldId id="284" r:id="rId12"/>
    <p:sldId id="275" r:id="rId13"/>
    <p:sldId id="276" r:id="rId14"/>
    <p:sldId id="278" r:id="rId15"/>
    <p:sldId id="277" r:id="rId16"/>
    <p:sldId id="256" r:id="rId17"/>
    <p:sldId id="279" r:id="rId18"/>
    <p:sldId id="281" r:id="rId19"/>
    <p:sldId id="282" r:id="rId20"/>
    <p:sldId id="257" r:id="rId21"/>
    <p:sldId id="283" r:id="rId22"/>
    <p:sldId id="280" r:id="rId23"/>
    <p:sldId id="259" r:id="rId24"/>
    <p:sldId id="285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EB8C85-61B3-417C-82A7-EA371B96AB7A}" v="3" dt="2024-03-29T16:59:14.4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N RODRIGUES MENDES" userId="0b5ba3c4-ad47-48d5-a2d1-d33d8f6d0529" providerId="ADAL" clId="{6E9E3CE4-F158-4A0C-A09A-15BF0FD45AB3}"/>
    <pc:docChg chg="addSld modSld sldOrd">
      <pc:chgData name="RENAN RODRIGUES MENDES" userId="0b5ba3c4-ad47-48d5-a2d1-d33d8f6d0529" providerId="ADAL" clId="{6E9E3CE4-F158-4A0C-A09A-15BF0FD45AB3}" dt="2023-04-10T00:07:06.283" v="16"/>
      <pc:docMkLst>
        <pc:docMk/>
      </pc:docMkLst>
      <pc:sldChg chg="addSp delSp modSp new mod ord">
        <pc:chgData name="RENAN RODRIGUES MENDES" userId="0b5ba3c4-ad47-48d5-a2d1-d33d8f6d0529" providerId="ADAL" clId="{6E9E3CE4-F158-4A0C-A09A-15BF0FD45AB3}" dt="2023-04-10T00:03:11.443" v="11" actId="20577"/>
        <pc:sldMkLst>
          <pc:docMk/>
          <pc:sldMk cId="3932180314" sldId="275"/>
        </pc:sldMkLst>
        <pc:spChg chg="mod">
          <ac:chgData name="RENAN RODRIGUES MENDES" userId="0b5ba3c4-ad47-48d5-a2d1-d33d8f6d0529" providerId="ADAL" clId="{6E9E3CE4-F158-4A0C-A09A-15BF0FD45AB3}" dt="2023-04-09T23:57:21.346" v="4"/>
          <ac:spMkLst>
            <pc:docMk/>
            <pc:sldMk cId="3932180314" sldId="275"/>
            <ac:spMk id="2" creationId="{339E40D7-46FC-321A-EAA9-55830CC1DF47}"/>
          </ac:spMkLst>
        </pc:spChg>
        <pc:spChg chg="mod">
          <ac:chgData name="RENAN RODRIGUES MENDES" userId="0b5ba3c4-ad47-48d5-a2d1-d33d8f6d0529" providerId="ADAL" clId="{6E9E3CE4-F158-4A0C-A09A-15BF0FD45AB3}" dt="2023-04-10T00:03:11.443" v="11" actId="20577"/>
          <ac:spMkLst>
            <pc:docMk/>
            <pc:sldMk cId="3932180314" sldId="275"/>
            <ac:spMk id="3" creationId="{6E46B122-11D5-3A96-E92D-7170924E9CDB}"/>
          </ac:spMkLst>
        </pc:spChg>
        <pc:spChg chg="add del">
          <ac:chgData name="RENAN RODRIGUES MENDES" userId="0b5ba3c4-ad47-48d5-a2d1-d33d8f6d0529" providerId="ADAL" clId="{6E9E3CE4-F158-4A0C-A09A-15BF0FD45AB3}" dt="2023-04-10T00:03:06.185" v="7"/>
          <ac:spMkLst>
            <pc:docMk/>
            <pc:sldMk cId="3932180314" sldId="275"/>
            <ac:spMk id="4" creationId="{E82E645C-DB3E-5829-73E7-6DB280772F35}"/>
          </ac:spMkLst>
        </pc:spChg>
      </pc:sldChg>
      <pc:sldChg chg="modSp new mod">
        <pc:chgData name="RENAN RODRIGUES MENDES" userId="0b5ba3c4-ad47-48d5-a2d1-d33d8f6d0529" providerId="ADAL" clId="{6E9E3CE4-F158-4A0C-A09A-15BF0FD45AB3}" dt="2023-04-10T00:03:47.703" v="14"/>
        <pc:sldMkLst>
          <pc:docMk/>
          <pc:sldMk cId="3620131523" sldId="276"/>
        </pc:sldMkLst>
        <pc:spChg chg="mod">
          <ac:chgData name="RENAN RODRIGUES MENDES" userId="0b5ba3c4-ad47-48d5-a2d1-d33d8f6d0529" providerId="ADAL" clId="{6E9E3CE4-F158-4A0C-A09A-15BF0FD45AB3}" dt="2023-04-10T00:03:47.703" v="14"/>
          <ac:spMkLst>
            <pc:docMk/>
            <pc:sldMk cId="3620131523" sldId="276"/>
            <ac:spMk id="3" creationId="{8A25E355-805B-6998-C12F-78AE45D4A0ED}"/>
          </ac:spMkLst>
        </pc:spChg>
      </pc:sldChg>
      <pc:sldChg chg="modSp new mod">
        <pc:chgData name="RENAN RODRIGUES MENDES" userId="0b5ba3c4-ad47-48d5-a2d1-d33d8f6d0529" providerId="ADAL" clId="{6E9E3CE4-F158-4A0C-A09A-15BF0FD45AB3}" dt="2023-04-10T00:07:06.283" v="16"/>
        <pc:sldMkLst>
          <pc:docMk/>
          <pc:sldMk cId="2490876064" sldId="277"/>
        </pc:sldMkLst>
        <pc:spChg chg="mod">
          <ac:chgData name="RENAN RODRIGUES MENDES" userId="0b5ba3c4-ad47-48d5-a2d1-d33d8f6d0529" providerId="ADAL" clId="{6E9E3CE4-F158-4A0C-A09A-15BF0FD45AB3}" dt="2023-04-10T00:07:06.283" v="16"/>
          <ac:spMkLst>
            <pc:docMk/>
            <pc:sldMk cId="2490876064" sldId="277"/>
            <ac:spMk id="3" creationId="{FAFD665C-1169-E99C-1F07-397D3156B945}"/>
          </ac:spMkLst>
        </pc:spChg>
      </pc:sldChg>
    </pc:docChg>
  </pc:docChgLst>
  <pc:docChgLst>
    <pc:chgData name="RENAN RODRIGUES MENDES" userId="0b5ba3c4-ad47-48d5-a2d1-d33d8f6d0529" providerId="ADAL" clId="{9BEB8C85-61B3-417C-82A7-EA371B96AB7A}"/>
    <pc:docChg chg="custSel addSld modSld">
      <pc:chgData name="RENAN RODRIGUES MENDES" userId="0b5ba3c4-ad47-48d5-a2d1-d33d8f6d0529" providerId="ADAL" clId="{9BEB8C85-61B3-417C-82A7-EA371B96AB7A}" dt="2024-03-29T16:59:23.101" v="4" actId="732"/>
      <pc:docMkLst>
        <pc:docMk/>
      </pc:docMkLst>
      <pc:sldChg chg="addSp modSp">
        <pc:chgData name="RENAN RODRIGUES MENDES" userId="0b5ba3c4-ad47-48d5-a2d1-d33d8f6d0529" providerId="ADAL" clId="{9BEB8C85-61B3-417C-82A7-EA371B96AB7A}" dt="2024-03-29T16:59:04.038" v="0"/>
        <pc:sldMkLst>
          <pc:docMk/>
          <pc:sldMk cId="1940767866" sldId="257"/>
        </pc:sldMkLst>
        <pc:picChg chg="add mod">
          <ac:chgData name="RENAN RODRIGUES MENDES" userId="0b5ba3c4-ad47-48d5-a2d1-d33d8f6d0529" providerId="ADAL" clId="{9BEB8C85-61B3-417C-82A7-EA371B96AB7A}" dt="2024-03-29T16:59:04.038" v="0"/>
          <ac:picMkLst>
            <pc:docMk/>
            <pc:sldMk cId="1940767866" sldId="257"/>
            <ac:picMk id="5" creationId="{A0C84E17-818A-A05C-D90C-D1B3C89746BE}"/>
          </ac:picMkLst>
        </pc:picChg>
      </pc:sldChg>
      <pc:sldChg chg="addSp delSp modSp add mod">
        <pc:chgData name="RENAN RODRIGUES MENDES" userId="0b5ba3c4-ad47-48d5-a2d1-d33d8f6d0529" providerId="ADAL" clId="{9BEB8C85-61B3-417C-82A7-EA371B96AB7A}" dt="2024-03-29T16:59:23.101" v="4" actId="732"/>
        <pc:sldMkLst>
          <pc:docMk/>
          <pc:sldMk cId="2684126945" sldId="283"/>
        </pc:sldMkLst>
        <pc:picChg chg="add mod modCrop">
          <ac:chgData name="RENAN RODRIGUES MENDES" userId="0b5ba3c4-ad47-48d5-a2d1-d33d8f6d0529" providerId="ADAL" clId="{9BEB8C85-61B3-417C-82A7-EA371B96AB7A}" dt="2024-03-29T16:59:23.101" v="4" actId="732"/>
          <ac:picMkLst>
            <pc:docMk/>
            <pc:sldMk cId="2684126945" sldId="283"/>
            <ac:picMk id="5" creationId="{03797F2F-C752-D2C4-70A2-338B2190C73D}"/>
          </ac:picMkLst>
        </pc:picChg>
        <pc:picChg chg="del">
          <ac:chgData name="RENAN RODRIGUES MENDES" userId="0b5ba3c4-ad47-48d5-a2d1-d33d8f6d0529" providerId="ADAL" clId="{9BEB8C85-61B3-417C-82A7-EA371B96AB7A}" dt="2024-03-29T16:59:13.953" v="2" actId="478"/>
          <ac:picMkLst>
            <pc:docMk/>
            <pc:sldMk cId="2684126945" sldId="283"/>
            <ac:picMk id="6" creationId="{2059FEF6-8A6C-5796-92C8-4FE6C0CA37AA}"/>
          </ac:picMkLst>
        </pc:picChg>
      </pc:sldChg>
    </pc:docChg>
  </pc:docChgLst>
  <pc:docChgLst>
    <pc:chgData name="RENAN RODRIGUES MENDES" userId="0b5ba3c4-ad47-48d5-a2d1-d33d8f6d0529" providerId="ADAL" clId="{8F37713E-567C-4F14-AD5C-D033F863770C}"/>
    <pc:docChg chg="addSld modSld">
      <pc:chgData name="RENAN RODRIGUES MENDES" userId="0b5ba3c4-ad47-48d5-a2d1-d33d8f6d0529" providerId="ADAL" clId="{8F37713E-567C-4F14-AD5C-D033F863770C}" dt="2023-04-26T14:40:58.847" v="11" actId="20577"/>
      <pc:docMkLst>
        <pc:docMk/>
      </pc:docMkLst>
      <pc:sldChg chg="modSp mod">
        <pc:chgData name="RENAN RODRIGUES MENDES" userId="0b5ba3c4-ad47-48d5-a2d1-d33d8f6d0529" providerId="ADAL" clId="{8F37713E-567C-4F14-AD5C-D033F863770C}" dt="2023-04-26T14:40:58.847" v="11" actId="20577"/>
        <pc:sldMkLst>
          <pc:docMk/>
          <pc:sldMk cId="2490876064" sldId="277"/>
        </pc:sldMkLst>
        <pc:spChg chg="mod">
          <ac:chgData name="RENAN RODRIGUES MENDES" userId="0b5ba3c4-ad47-48d5-a2d1-d33d8f6d0529" providerId="ADAL" clId="{8F37713E-567C-4F14-AD5C-D033F863770C}" dt="2023-04-26T14:40:58.847" v="11" actId="20577"/>
          <ac:spMkLst>
            <pc:docMk/>
            <pc:sldMk cId="2490876064" sldId="277"/>
            <ac:spMk id="3" creationId="{FAFD665C-1169-E99C-1F07-397D3156B945}"/>
          </ac:spMkLst>
        </pc:spChg>
      </pc:sldChg>
      <pc:sldChg chg="addSp delSp modSp new mod">
        <pc:chgData name="RENAN RODRIGUES MENDES" userId="0b5ba3c4-ad47-48d5-a2d1-d33d8f6d0529" providerId="ADAL" clId="{8F37713E-567C-4F14-AD5C-D033F863770C}" dt="2023-04-26T14:38:41.595" v="7" actId="1076"/>
        <pc:sldMkLst>
          <pc:docMk/>
          <pc:sldMk cId="1233215740" sldId="278"/>
        </pc:sldMkLst>
        <pc:spChg chg="del">
          <ac:chgData name="RENAN RODRIGUES MENDES" userId="0b5ba3c4-ad47-48d5-a2d1-d33d8f6d0529" providerId="ADAL" clId="{8F37713E-567C-4F14-AD5C-D033F863770C}" dt="2023-04-26T14:38:26.832" v="1"/>
          <ac:spMkLst>
            <pc:docMk/>
            <pc:sldMk cId="1233215740" sldId="278"/>
            <ac:spMk id="3" creationId="{D944AF76-75B9-7695-1632-0639FB1A61A5}"/>
          </ac:spMkLst>
        </pc:spChg>
        <pc:picChg chg="add mod">
          <ac:chgData name="RENAN RODRIGUES MENDES" userId="0b5ba3c4-ad47-48d5-a2d1-d33d8f6d0529" providerId="ADAL" clId="{8F37713E-567C-4F14-AD5C-D033F863770C}" dt="2023-04-26T14:38:31.600" v="4" actId="1076"/>
          <ac:picMkLst>
            <pc:docMk/>
            <pc:sldMk cId="1233215740" sldId="278"/>
            <ac:picMk id="4" creationId="{6D39B1D9-7164-E7FB-EE30-4242404838A0}"/>
          </ac:picMkLst>
        </pc:picChg>
        <pc:picChg chg="add mod">
          <ac:chgData name="RENAN RODRIGUES MENDES" userId="0b5ba3c4-ad47-48d5-a2d1-d33d8f6d0529" providerId="ADAL" clId="{8F37713E-567C-4F14-AD5C-D033F863770C}" dt="2023-04-26T14:38:41.595" v="7" actId="1076"/>
          <ac:picMkLst>
            <pc:docMk/>
            <pc:sldMk cId="1233215740" sldId="278"/>
            <ac:picMk id="1026" creationId="{A9C33767-D84B-CF27-4ECC-EC68D447B198}"/>
          </ac:picMkLst>
        </pc:picChg>
      </pc:sldChg>
    </pc:docChg>
  </pc:docChgLst>
  <pc:docChgLst>
    <pc:chgData name="RENAN MENDES" userId="0b5ba3c4-ad47-48d5-a2d1-d33d8f6d0529" providerId="ADAL" clId="{5B5BE90D-F979-41A3-8C7A-FDAFE8CE639F}"/>
    <pc:docChg chg="custSel addSld delSld modSld sldOrd">
      <pc:chgData name="RENAN MENDES" userId="0b5ba3c4-ad47-48d5-a2d1-d33d8f6d0529" providerId="ADAL" clId="{5B5BE90D-F979-41A3-8C7A-FDAFE8CE639F}" dt="2023-04-26T20:32:10.480" v="57" actId="113"/>
      <pc:docMkLst>
        <pc:docMk/>
      </pc:docMkLst>
      <pc:sldChg chg="del">
        <pc:chgData name="RENAN MENDES" userId="0b5ba3c4-ad47-48d5-a2d1-d33d8f6d0529" providerId="ADAL" clId="{5B5BE90D-F979-41A3-8C7A-FDAFE8CE639F}" dt="2023-04-26T20:25:39.276" v="32" actId="2696"/>
        <pc:sldMkLst>
          <pc:docMk/>
          <pc:sldMk cId="1719379747" sldId="258"/>
        </pc:sldMkLst>
      </pc:sldChg>
      <pc:sldChg chg="modSp">
        <pc:chgData name="RENAN MENDES" userId="0b5ba3c4-ad47-48d5-a2d1-d33d8f6d0529" providerId="ADAL" clId="{5B5BE90D-F979-41A3-8C7A-FDAFE8CE639F}" dt="2023-04-20T20:40:17.439" v="0" actId="20578"/>
        <pc:sldMkLst>
          <pc:docMk/>
          <pc:sldMk cId="2216221812" sldId="270"/>
        </pc:sldMkLst>
        <pc:spChg chg="mod">
          <ac:chgData name="RENAN MENDES" userId="0b5ba3c4-ad47-48d5-a2d1-d33d8f6d0529" providerId="ADAL" clId="{5B5BE90D-F979-41A3-8C7A-FDAFE8CE639F}" dt="2023-04-20T20:40:17.439" v="0" actId="20578"/>
          <ac:spMkLst>
            <pc:docMk/>
            <pc:sldMk cId="2216221812" sldId="270"/>
            <ac:spMk id="2" creationId="{FA637256-3426-4588-B246-E4B603EF7A38}"/>
          </ac:spMkLst>
        </pc:spChg>
      </pc:sldChg>
      <pc:sldChg chg="modSp add ord">
        <pc:chgData name="RENAN MENDES" userId="0b5ba3c4-ad47-48d5-a2d1-d33d8f6d0529" providerId="ADAL" clId="{5B5BE90D-F979-41A3-8C7A-FDAFE8CE639F}" dt="2023-04-26T20:24:39.141" v="8" actId="5793"/>
        <pc:sldMkLst>
          <pc:docMk/>
          <pc:sldMk cId="1585338455" sldId="279"/>
        </pc:sldMkLst>
        <pc:spChg chg="mod">
          <ac:chgData name="RENAN MENDES" userId="0b5ba3c4-ad47-48d5-a2d1-d33d8f6d0529" providerId="ADAL" clId="{5B5BE90D-F979-41A3-8C7A-FDAFE8CE639F}" dt="2023-04-26T20:24:35.813" v="4" actId="20578"/>
          <ac:spMkLst>
            <pc:docMk/>
            <pc:sldMk cId="1585338455" sldId="279"/>
            <ac:spMk id="2" creationId="{816E7A3D-D6F6-4BA1-81EF-C6D620DFF50D}"/>
          </ac:spMkLst>
        </pc:spChg>
        <pc:spChg chg="mod">
          <ac:chgData name="RENAN MENDES" userId="0b5ba3c4-ad47-48d5-a2d1-d33d8f6d0529" providerId="ADAL" clId="{5B5BE90D-F979-41A3-8C7A-FDAFE8CE639F}" dt="2023-04-26T20:24:39.141" v="8" actId="5793"/>
          <ac:spMkLst>
            <pc:docMk/>
            <pc:sldMk cId="1585338455" sldId="279"/>
            <ac:spMk id="3" creationId="{EC53FD62-4380-4EC7-A5D4-8BE23CFA84A9}"/>
          </ac:spMkLst>
        </pc:spChg>
      </pc:sldChg>
      <pc:sldChg chg="modSp add ord">
        <pc:chgData name="RENAN MENDES" userId="0b5ba3c4-ad47-48d5-a2d1-d33d8f6d0529" providerId="ADAL" clId="{5B5BE90D-F979-41A3-8C7A-FDAFE8CE639F}" dt="2023-04-26T20:27:09.924" v="43" actId="113"/>
        <pc:sldMkLst>
          <pc:docMk/>
          <pc:sldMk cId="893376620" sldId="280"/>
        </pc:sldMkLst>
        <pc:spChg chg="mod">
          <ac:chgData name="RENAN MENDES" userId="0b5ba3c4-ad47-48d5-a2d1-d33d8f6d0529" providerId="ADAL" clId="{5B5BE90D-F979-41A3-8C7A-FDAFE8CE639F}" dt="2023-04-26T20:27:09.924" v="43" actId="113"/>
          <ac:spMkLst>
            <pc:docMk/>
            <pc:sldMk cId="893376620" sldId="280"/>
            <ac:spMk id="2" creationId="{9ACB7C0F-A604-4E80-88DD-1ACF59C99BC7}"/>
          </ac:spMkLst>
        </pc:spChg>
        <pc:spChg chg="mod">
          <ac:chgData name="RENAN MENDES" userId="0b5ba3c4-ad47-48d5-a2d1-d33d8f6d0529" providerId="ADAL" clId="{5B5BE90D-F979-41A3-8C7A-FDAFE8CE639F}" dt="2023-04-26T20:25:29.378" v="30" actId="20577"/>
          <ac:spMkLst>
            <pc:docMk/>
            <pc:sldMk cId="893376620" sldId="280"/>
            <ac:spMk id="3" creationId="{3CDA4873-E9E7-461E-9AA2-DB2355671392}"/>
          </ac:spMkLst>
        </pc:spChg>
      </pc:sldChg>
      <pc:sldChg chg="modSp add">
        <pc:chgData name="RENAN MENDES" userId="0b5ba3c4-ad47-48d5-a2d1-d33d8f6d0529" providerId="ADAL" clId="{5B5BE90D-F979-41A3-8C7A-FDAFE8CE639F}" dt="2023-04-26T20:27:03.198" v="42" actId="113"/>
        <pc:sldMkLst>
          <pc:docMk/>
          <pc:sldMk cId="2460496029" sldId="281"/>
        </pc:sldMkLst>
        <pc:spChg chg="mod">
          <ac:chgData name="RENAN MENDES" userId="0b5ba3c4-ad47-48d5-a2d1-d33d8f6d0529" providerId="ADAL" clId="{5B5BE90D-F979-41A3-8C7A-FDAFE8CE639F}" dt="2023-04-26T20:27:03.198" v="42" actId="113"/>
          <ac:spMkLst>
            <pc:docMk/>
            <pc:sldMk cId="2460496029" sldId="281"/>
            <ac:spMk id="2" creationId="{7ED89FAE-5675-4DD8-B0B5-A793C7B6B264}"/>
          </ac:spMkLst>
        </pc:spChg>
        <pc:spChg chg="mod">
          <ac:chgData name="RENAN MENDES" userId="0b5ba3c4-ad47-48d5-a2d1-d33d8f6d0529" providerId="ADAL" clId="{5B5BE90D-F979-41A3-8C7A-FDAFE8CE639F}" dt="2023-04-26T20:26:56.294" v="41" actId="5793"/>
          <ac:spMkLst>
            <pc:docMk/>
            <pc:sldMk cId="2460496029" sldId="281"/>
            <ac:spMk id="3" creationId="{DF069D02-892C-4876-8476-DFD2E12C950C}"/>
          </ac:spMkLst>
        </pc:spChg>
      </pc:sldChg>
      <pc:sldChg chg="modSp add">
        <pc:chgData name="RENAN MENDES" userId="0b5ba3c4-ad47-48d5-a2d1-d33d8f6d0529" providerId="ADAL" clId="{5B5BE90D-F979-41A3-8C7A-FDAFE8CE639F}" dt="2023-04-26T20:32:10.480" v="57" actId="113"/>
        <pc:sldMkLst>
          <pc:docMk/>
          <pc:sldMk cId="249912664" sldId="282"/>
        </pc:sldMkLst>
        <pc:spChg chg="mod">
          <ac:chgData name="RENAN MENDES" userId="0b5ba3c4-ad47-48d5-a2d1-d33d8f6d0529" providerId="ADAL" clId="{5B5BE90D-F979-41A3-8C7A-FDAFE8CE639F}" dt="2023-04-26T20:32:10.480" v="57" actId="113"/>
          <ac:spMkLst>
            <pc:docMk/>
            <pc:sldMk cId="249912664" sldId="282"/>
            <ac:spMk id="2" creationId="{D83812CD-8639-4B4D-9574-25C375DDCB77}"/>
          </ac:spMkLst>
        </pc:spChg>
        <pc:spChg chg="mod">
          <ac:chgData name="RENAN MENDES" userId="0b5ba3c4-ad47-48d5-a2d1-d33d8f6d0529" providerId="ADAL" clId="{5B5BE90D-F979-41A3-8C7A-FDAFE8CE639F}" dt="2023-04-26T20:27:38.872" v="54" actId="20577"/>
          <ac:spMkLst>
            <pc:docMk/>
            <pc:sldMk cId="249912664" sldId="282"/>
            <ac:spMk id="3" creationId="{3A5F967C-5DE3-42E6-A2CC-F8407A242764}"/>
          </ac:spMkLst>
        </pc:spChg>
      </pc:sldChg>
    </pc:docChg>
  </pc:docChgLst>
  <pc:docChgLst>
    <pc:chgData name="Renan Mendes" userId="42e9d747bf827bf0" providerId="LiveId" clId="{A53901C0-C391-48CC-8910-813336D06B0F}"/>
    <pc:docChg chg="custSel addSld modSld">
      <pc:chgData name="Renan Mendes" userId="42e9d747bf827bf0" providerId="LiveId" clId="{A53901C0-C391-48CC-8910-813336D06B0F}" dt="2023-03-25T15:12:27.236" v="6" actId="962"/>
      <pc:docMkLst>
        <pc:docMk/>
      </pc:docMkLst>
      <pc:sldChg chg="addSp delSp modSp add mod">
        <pc:chgData name="Renan Mendes" userId="42e9d747bf827bf0" providerId="LiveId" clId="{A53901C0-C391-48CC-8910-813336D06B0F}" dt="2023-03-25T15:12:27.236" v="6" actId="962"/>
        <pc:sldMkLst>
          <pc:docMk/>
          <pc:sldMk cId="1585978583" sldId="260"/>
        </pc:sldMkLst>
        <pc:picChg chg="add del">
          <ac:chgData name="Renan Mendes" userId="42e9d747bf827bf0" providerId="LiveId" clId="{A53901C0-C391-48CC-8910-813336D06B0F}" dt="2023-03-25T15:12:25.421" v="3" actId="478"/>
          <ac:picMkLst>
            <pc:docMk/>
            <pc:sldMk cId="1585978583" sldId="260"/>
            <ac:picMk id="5" creationId="{F54C4B17-23D0-4002-86FA-A81EA50A8281}"/>
          </ac:picMkLst>
        </pc:picChg>
        <pc:picChg chg="del">
          <ac:chgData name="Renan Mendes" userId="42e9d747bf827bf0" providerId="LiveId" clId="{A53901C0-C391-48CC-8910-813336D06B0F}" dt="2023-03-25T15:07:37.068" v="1" actId="478"/>
          <ac:picMkLst>
            <pc:docMk/>
            <pc:sldMk cId="1585978583" sldId="260"/>
            <ac:picMk id="6" creationId="{2D550567-CB6D-91CB-53F5-A2179E1669BE}"/>
          </ac:picMkLst>
        </pc:picChg>
        <pc:picChg chg="add mod">
          <ac:chgData name="Renan Mendes" userId="42e9d747bf827bf0" providerId="LiveId" clId="{A53901C0-C391-48CC-8910-813336D06B0F}" dt="2023-03-25T15:12:27.236" v="6" actId="962"/>
          <ac:picMkLst>
            <pc:docMk/>
            <pc:sldMk cId="1585978583" sldId="260"/>
            <ac:picMk id="8" creationId="{12A56C7E-9C28-88FB-95FD-B96EF11E9017}"/>
          </ac:picMkLst>
        </pc:picChg>
      </pc:sldChg>
    </pc:docChg>
  </pc:docChgLst>
  <pc:docChgLst>
    <pc:chgData userId="7a9a0f32c98e2fd7" providerId="LiveId" clId="{0743E3E4-0DC0-4872-83DB-76E224A67F2B}"/>
    <pc:docChg chg="undo redo custSel addSld delSld modSld sldOrd">
      <pc:chgData name="" userId="7a9a0f32c98e2fd7" providerId="LiveId" clId="{0743E3E4-0DC0-4872-83DB-76E224A67F2B}" dt="2023-03-30T20:52:18.969" v="440" actId="6549"/>
      <pc:docMkLst>
        <pc:docMk/>
      </pc:docMkLst>
      <pc:sldChg chg="addSp delSp modSp add">
        <pc:chgData name="" userId="7a9a0f32c98e2fd7" providerId="LiveId" clId="{0743E3E4-0DC0-4872-83DB-76E224A67F2B}" dt="2023-03-30T18:14:21.735" v="103" actId="1076"/>
        <pc:sldMkLst>
          <pc:docMk/>
          <pc:sldMk cId="3695200119" sldId="261"/>
        </pc:sldMkLst>
        <pc:spChg chg="mod">
          <ac:chgData name="" userId="7a9a0f32c98e2fd7" providerId="LiveId" clId="{0743E3E4-0DC0-4872-83DB-76E224A67F2B}" dt="2023-03-30T17:36:04.564" v="11"/>
          <ac:spMkLst>
            <pc:docMk/>
            <pc:sldMk cId="3695200119" sldId="261"/>
            <ac:spMk id="2" creationId="{5A783424-3DE2-4927-B08B-F3670064105D}"/>
          </ac:spMkLst>
        </pc:spChg>
        <pc:spChg chg="del">
          <ac:chgData name="" userId="7a9a0f32c98e2fd7" providerId="LiveId" clId="{0743E3E4-0DC0-4872-83DB-76E224A67F2B}" dt="2023-03-30T17:35:53.510" v="8"/>
          <ac:spMkLst>
            <pc:docMk/>
            <pc:sldMk cId="3695200119" sldId="261"/>
            <ac:spMk id="3" creationId="{298F560F-FFBF-4A61-B7F5-09E619536F66}"/>
          </ac:spMkLst>
        </pc:spChg>
        <pc:spChg chg="add mod">
          <ac:chgData name="" userId="7a9a0f32c98e2fd7" providerId="LiveId" clId="{0743E3E4-0DC0-4872-83DB-76E224A67F2B}" dt="2023-03-30T18:14:21.735" v="103" actId="1076"/>
          <ac:spMkLst>
            <pc:docMk/>
            <pc:sldMk cId="3695200119" sldId="261"/>
            <ac:spMk id="5" creationId="{748E12F5-1839-456A-A9CA-B2ED65ACA2AD}"/>
          </ac:spMkLst>
        </pc:spChg>
        <pc:picChg chg="add mod">
          <ac:chgData name="" userId="7a9a0f32c98e2fd7" providerId="LiveId" clId="{0743E3E4-0DC0-4872-83DB-76E224A67F2B}" dt="2023-03-30T18:14:14.599" v="100" actId="1076"/>
          <ac:picMkLst>
            <pc:docMk/>
            <pc:sldMk cId="3695200119" sldId="261"/>
            <ac:picMk id="6" creationId="{55C3CF30-A066-48C3-BB58-28196077A5DC}"/>
          </ac:picMkLst>
        </pc:picChg>
        <pc:picChg chg="add del mod">
          <ac:chgData name="" userId="7a9a0f32c98e2fd7" providerId="LiveId" clId="{0743E3E4-0DC0-4872-83DB-76E224A67F2B}" dt="2023-03-30T18:13:51.553" v="96" actId="478"/>
          <ac:picMkLst>
            <pc:docMk/>
            <pc:sldMk cId="3695200119" sldId="261"/>
            <ac:picMk id="2050" creationId="{9C03F38F-0A6A-428A-B92E-E30BB64460FC}"/>
          </ac:picMkLst>
        </pc:picChg>
      </pc:sldChg>
      <pc:sldChg chg="addSp delSp modSp add">
        <pc:chgData name="" userId="7a9a0f32c98e2fd7" providerId="LiveId" clId="{0743E3E4-0DC0-4872-83DB-76E224A67F2B}" dt="2023-03-30T17:36:36.673" v="23" actId="207"/>
        <pc:sldMkLst>
          <pc:docMk/>
          <pc:sldMk cId="1248602995" sldId="262"/>
        </pc:sldMkLst>
        <pc:spChg chg="add del mod">
          <ac:chgData name="" userId="7a9a0f32c98e2fd7" providerId="LiveId" clId="{0743E3E4-0DC0-4872-83DB-76E224A67F2B}" dt="2023-03-30T17:36:28.574" v="16"/>
          <ac:spMkLst>
            <pc:docMk/>
            <pc:sldMk cId="1248602995" sldId="262"/>
            <ac:spMk id="4" creationId="{93C0EA64-C045-4918-93D0-BD66A32B8C1B}"/>
          </ac:spMkLst>
        </pc:spChg>
        <pc:spChg chg="add del">
          <ac:chgData name="" userId="7a9a0f32c98e2fd7" providerId="LiveId" clId="{0743E3E4-0DC0-4872-83DB-76E224A67F2B}" dt="2023-03-30T17:36:27.695" v="15"/>
          <ac:spMkLst>
            <pc:docMk/>
            <pc:sldMk cId="1248602995" sldId="262"/>
            <ac:spMk id="5" creationId="{09A3BC55-EF1B-43A1-B554-33DAC621A740}"/>
          </ac:spMkLst>
        </pc:spChg>
        <pc:spChg chg="add mod">
          <ac:chgData name="" userId="7a9a0f32c98e2fd7" providerId="LiveId" clId="{0743E3E4-0DC0-4872-83DB-76E224A67F2B}" dt="2023-03-30T17:36:36.673" v="23" actId="207"/>
          <ac:spMkLst>
            <pc:docMk/>
            <pc:sldMk cId="1248602995" sldId="262"/>
            <ac:spMk id="6" creationId="{374EC70A-D46D-4047-AA20-3EB0EF118204}"/>
          </ac:spMkLst>
        </pc:spChg>
        <pc:picChg chg="del">
          <ac:chgData name="" userId="7a9a0f32c98e2fd7" providerId="LiveId" clId="{0743E3E4-0DC0-4872-83DB-76E224A67F2B}" dt="2023-03-30T17:36:25.417" v="13" actId="478"/>
          <ac:picMkLst>
            <pc:docMk/>
            <pc:sldMk cId="1248602995" sldId="262"/>
            <ac:picMk id="2050" creationId="{9C03F38F-0A6A-428A-B92E-E30BB64460FC}"/>
          </ac:picMkLst>
        </pc:picChg>
      </pc:sldChg>
      <pc:sldChg chg="addSp delSp modSp add ord">
        <pc:chgData name="" userId="7a9a0f32c98e2fd7" providerId="LiveId" clId="{0743E3E4-0DC0-4872-83DB-76E224A67F2B}" dt="2023-03-30T18:12:24.510" v="91" actId="1076"/>
        <pc:sldMkLst>
          <pc:docMk/>
          <pc:sldMk cId="2231731991" sldId="263"/>
        </pc:sldMkLst>
        <pc:spChg chg="del">
          <ac:chgData name="" userId="7a9a0f32c98e2fd7" providerId="LiveId" clId="{0743E3E4-0DC0-4872-83DB-76E224A67F2B}" dt="2023-03-30T17:36:51.317" v="25"/>
          <ac:spMkLst>
            <pc:docMk/>
            <pc:sldMk cId="2231731991" sldId="263"/>
            <ac:spMk id="3" creationId="{D6194BD8-5442-4C9E-B2A6-AE313D4E4574}"/>
          </ac:spMkLst>
        </pc:spChg>
        <pc:spChg chg="add mod">
          <ac:chgData name="" userId="7a9a0f32c98e2fd7" providerId="LiveId" clId="{0743E3E4-0DC0-4872-83DB-76E224A67F2B}" dt="2023-03-30T18:12:24.510" v="91" actId="1076"/>
          <ac:spMkLst>
            <pc:docMk/>
            <pc:sldMk cId="2231731991" sldId="263"/>
            <ac:spMk id="5" creationId="{881CD7E4-52D5-455A-95F2-D0833EB4C450}"/>
          </ac:spMkLst>
        </pc:spChg>
        <pc:picChg chg="add del">
          <ac:chgData name="" userId="7a9a0f32c98e2fd7" providerId="LiveId" clId="{0743E3E4-0DC0-4872-83DB-76E224A67F2B}" dt="2023-03-30T18:12:07.041" v="83" actId="478"/>
          <ac:picMkLst>
            <pc:docMk/>
            <pc:sldMk cId="2231731991" sldId="263"/>
            <ac:picMk id="4098" creationId="{B7A6F66E-32FB-4ECC-9502-F2AE159A8CBA}"/>
          </ac:picMkLst>
        </pc:picChg>
        <pc:picChg chg="add mod">
          <ac:chgData name="" userId="7a9a0f32c98e2fd7" providerId="LiveId" clId="{0743E3E4-0DC0-4872-83DB-76E224A67F2B}" dt="2023-03-30T18:12:20.677" v="90" actId="1076"/>
          <ac:picMkLst>
            <pc:docMk/>
            <pc:sldMk cId="2231731991" sldId="263"/>
            <ac:picMk id="4100" creationId="{033EAA1A-D78E-4C1B-A111-E27AF560A289}"/>
          </ac:picMkLst>
        </pc:picChg>
      </pc:sldChg>
      <pc:sldChg chg="addSp delSp modSp add">
        <pc:chgData name="" userId="7a9a0f32c98e2fd7" providerId="LiveId" clId="{0743E3E4-0DC0-4872-83DB-76E224A67F2B}" dt="2023-03-30T17:38:36.464" v="36" actId="1076"/>
        <pc:sldMkLst>
          <pc:docMk/>
          <pc:sldMk cId="3897648066" sldId="264"/>
        </pc:sldMkLst>
        <pc:spChg chg="mod">
          <ac:chgData name="" userId="7a9a0f32c98e2fd7" providerId="LiveId" clId="{0743E3E4-0DC0-4872-83DB-76E224A67F2B}" dt="2023-03-30T17:38:16.824" v="35" actId="20577"/>
          <ac:spMkLst>
            <pc:docMk/>
            <pc:sldMk cId="3897648066" sldId="264"/>
            <ac:spMk id="2" creationId="{5A783424-3DE2-4927-B08B-F3670064105D}"/>
          </ac:spMkLst>
        </pc:spChg>
        <pc:spChg chg="add del">
          <ac:chgData name="" userId="7a9a0f32c98e2fd7" providerId="LiveId" clId="{0743E3E4-0DC0-4872-83DB-76E224A67F2B}" dt="2023-03-30T17:38:08.713" v="28"/>
          <ac:spMkLst>
            <pc:docMk/>
            <pc:sldMk cId="3897648066" sldId="264"/>
            <ac:spMk id="3" creationId="{D02F2400-E9DD-47BD-A6BB-A4E823590698}"/>
          </ac:spMkLst>
        </pc:spChg>
        <pc:spChg chg="mod">
          <ac:chgData name="" userId="7a9a0f32c98e2fd7" providerId="LiveId" clId="{0743E3E4-0DC0-4872-83DB-76E224A67F2B}" dt="2023-03-30T17:38:36.464" v="36" actId="1076"/>
          <ac:spMkLst>
            <pc:docMk/>
            <pc:sldMk cId="3897648066" sldId="264"/>
            <ac:spMk id="6" creationId="{374EC70A-D46D-4047-AA20-3EB0EF118204}"/>
          </ac:spMkLst>
        </pc:spChg>
      </pc:sldChg>
      <pc:sldChg chg="addSp delSp modSp add ord">
        <pc:chgData name="" userId="7a9a0f32c98e2fd7" providerId="LiveId" clId="{0743E3E4-0DC0-4872-83DB-76E224A67F2B}" dt="2023-03-30T18:10:17.804" v="81" actId="1076"/>
        <pc:sldMkLst>
          <pc:docMk/>
          <pc:sldMk cId="1809042870" sldId="266"/>
        </pc:sldMkLst>
        <pc:spChg chg="mod">
          <ac:chgData name="" userId="7a9a0f32c98e2fd7" providerId="LiveId" clId="{0743E3E4-0DC0-4872-83DB-76E224A67F2B}" dt="2023-03-30T18:09:54.645" v="79" actId="20577"/>
          <ac:spMkLst>
            <pc:docMk/>
            <pc:sldMk cId="1809042870" sldId="266"/>
            <ac:spMk id="2" creationId="{5A783424-3DE2-4927-B08B-F3670064105D}"/>
          </ac:spMkLst>
        </pc:spChg>
        <pc:spChg chg="add mod">
          <ac:chgData name="" userId="7a9a0f32c98e2fd7" providerId="LiveId" clId="{0743E3E4-0DC0-4872-83DB-76E224A67F2B}" dt="2023-03-30T18:09:39.019" v="74" actId="14100"/>
          <ac:spMkLst>
            <pc:docMk/>
            <pc:sldMk cId="1809042870" sldId="266"/>
            <ac:spMk id="4" creationId="{5F97E3CF-2D5D-4225-9644-046F53ACCA88}"/>
          </ac:spMkLst>
        </pc:spChg>
        <pc:spChg chg="add del">
          <ac:chgData name="" userId="7a9a0f32c98e2fd7" providerId="LiveId" clId="{0743E3E4-0DC0-4872-83DB-76E224A67F2B}" dt="2023-03-30T18:09:12.356" v="59"/>
          <ac:spMkLst>
            <pc:docMk/>
            <pc:sldMk cId="1809042870" sldId="266"/>
            <ac:spMk id="5" creationId="{B1990F39-654E-4BBC-9907-CFDE08A969B9}"/>
          </ac:spMkLst>
        </pc:spChg>
        <pc:picChg chg="add mod">
          <ac:chgData name="" userId="7a9a0f32c98e2fd7" providerId="LiveId" clId="{0743E3E4-0DC0-4872-83DB-76E224A67F2B}" dt="2023-03-30T18:10:17.804" v="81" actId="1076"/>
          <ac:picMkLst>
            <pc:docMk/>
            <pc:sldMk cId="1809042870" sldId="266"/>
            <ac:picMk id="6" creationId="{D71CD73C-1FCA-4C36-9493-47C52210B509}"/>
          </ac:picMkLst>
        </pc:picChg>
        <pc:picChg chg="del">
          <ac:chgData name="" userId="7a9a0f32c98e2fd7" providerId="LiveId" clId="{0743E3E4-0DC0-4872-83DB-76E224A67F2B}" dt="2023-03-30T18:09:10.349" v="57" actId="478"/>
          <ac:picMkLst>
            <pc:docMk/>
            <pc:sldMk cId="1809042870" sldId="266"/>
            <ac:picMk id="2050" creationId="{9C03F38F-0A6A-428A-B92E-E30BB64460FC}"/>
          </ac:picMkLst>
        </pc:picChg>
      </pc:sldChg>
      <pc:sldChg chg="add">
        <pc:chgData name="" userId="7a9a0f32c98e2fd7" providerId="LiveId" clId="{0743E3E4-0DC0-4872-83DB-76E224A67F2B}" dt="2023-03-30T18:13:49.663" v="95"/>
        <pc:sldMkLst>
          <pc:docMk/>
          <pc:sldMk cId="3113697351" sldId="267"/>
        </pc:sldMkLst>
      </pc:sldChg>
      <pc:sldChg chg="delSp modSp add">
        <pc:chgData name="" userId="7a9a0f32c98e2fd7" providerId="LiveId" clId="{0743E3E4-0DC0-4872-83DB-76E224A67F2B}" dt="2023-03-30T18:17:23.425" v="197" actId="1076"/>
        <pc:sldMkLst>
          <pc:docMk/>
          <pc:sldMk cId="1158209805" sldId="268"/>
        </pc:sldMkLst>
        <pc:spChg chg="mod">
          <ac:chgData name="" userId="7a9a0f32c98e2fd7" providerId="LiveId" clId="{0743E3E4-0DC0-4872-83DB-76E224A67F2B}" dt="2023-03-30T18:17:23.425" v="197" actId="1076"/>
          <ac:spMkLst>
            <pc:docMk/>
            <pc:sldMk cId="1158209805" sldId="268"/>
            <ac:spMk id="5" creationId="{881CD7E4-52D5-455A-95F2-D0833EB4C450}"/>
          </ac:spMkLst>
        </pc:spChg>
        <pc:picChg chg="del">
          <ac:chgData name="" userId="7a9a0f32c98e2fd7" providerId="LiveId" clId="{0743E3E4-0DC0-4872-83DB-76E224A67F2B}" dt="2023-03-30T18:15:45.609" v="107" actId="478"/>
          <ac:picMkLst>
            <pc:docMk/>
            <pc:sldMk cId="1158209805" sldId="268"/>
            <ac:picMk id="4100" creationId="{033EAA1A-D78E-4C1B-A111-E27AF560A289}"/>
          </ac:picMkLst>
        </pc:picChg>
      </pc:sldChg>
      <pc:sldChg chg="modSp add">
        <pc:chgData name="" userId="7a9a0f32c98e2fd7" providerId="LiveId" clId="{0743E3E4-0DC0-4872-83DB-76E224A67F2B}" dt="2023-03-30T18:18:28.890" v="304" actId="20577"/>
        <pc:sldMkLst>
          <pc:docMk/>
          <pc:sldMk cId="2740973645" sldId="269"/>
        </pc:sldMkLst>
        <pc:spChg chg="mod">
          <ac:chgData name="" userId="7a9a0f32c98e2fd7" providerId="LiveId" clId="{0743E3E4-0DC0-4872-83DB-76E224A67F2B}" dt="2023-03-30T18:18:28.890" v="304" actId="20577"/>
          <ac:spMkLst>
            <pc:docMk/>
            <pc:sldMk cId="2740973645" sldId="269"/>
            <ac:spMk id="5" creationId="{881CD7E4-52D5-455A-95F2-D0833EB4C450}"/>
          </ac:spMkLst>
        </pc:spChg>
      </pc:sldChg>
      <pc:sldChg chg="addSp modSp add">
        <pc:chgData name="" userId="7a9a0f32c98e2fd7" providerId="LiveId" clId="{0743E3E4-0DC0-4872-83DB-76E224A67F2B}" dt="2023-03-30T18:26:48.551" v="334" actId="6549"/>
        <pc:sldMkLst>
          <pc:docMk/>
          <pc:sldMk cId="2216221812" sldId="270"/>
        </pc:sldMkLst>
        <pc:spChg chg="mod">
          <ac:chgData name="" userId="7a9a0f32c98e2fd7" providerId="LiveId" clId="{0743E3E4-0DC0-4872-83DB-76E224A67F2B}" dt="2023-03-30T18:26:48.551" v="334" actId="6549"/>
          <ac:spMkLst>
            <pc:docMk/>
            <pc:sldMk cId="2216221812" sldId="270"/>
            <ac:spMk id="5" creationId="{881CD7E4-52D5-455A-95F2-D0833EB4C450}"/>
          </ac:spMkLst>
        </pc:spChg>
        <pc:picChg chg="add mod">
          <ac:chgData name="" userId="7a9a0f32c98e2fd7" providerId="LiveId" clId="{0743E3E4-0DC0-4872-83DB-76E224A67F2B}" dt="2023-03-30T18:23:43.406" v="311" actId="1076"/>
          <ac:picMkLst>
            <pc:docMk/>
            <pc:sldMk cId="2216221812" sldId="270"/>
            <ac:picMk id="3" creationId="{E240C9AC-C68F-4C85-8F73-6D8B503A679B}"/>
          </ac:picMkLst>
        </pc:picChg>
      </pc:sldChg>
      <pc:sldChg chg="addSp delSp modSp add">
        <pc:chgData name="" userId="7a9a0f32c98e2fd7" providerId="LiveId" clId="{0743E3E4-0DC0-4872-83DB-76E224A67F2B}" dt="2023-03-30T19:17:07.663" v="341" actId="1076"/>
        <pc:sldMkLst>
          <pc:docMk/>
          <pc:sldMk cId="185090818" sldId="271"/>
        </pc:sldMkLst>
        <pc:spChg chg="mod">
          <ac:chgData name="" userId="7a9a0f32c98e2fd7" providerId="LiveId" clId="{0743E3E4-0DC0-4872-83DB-76E224A67F2B}" dt="2023-03-30T19:17:07.663" v="341" actId="1076"/>
          <ac:spMkLst>
            <pc:docMk/>
            <pc:sldMk cId="185090818" sldId="271"/>
            <ac:spMk id="2" creationId="{FA637256-3426-4588-B246-E4B603EF7A38}"/>
          </ac:spMkLst>
        </pc:spChg>
        <pc:spChg chg="add del">
          <ac:chgData name="" userId="7a9a0f32c98e2fd7" providerId="LiveId" clId="{0743E3E4-0DC0-4872-83DB-76E224A67F2B}" dt="2023-03-30T18:26:24.346" v="331" actId="478"/>
          <ac:spMkLst>
            <pc:docMk/>
            <pc:sldMk cId="185090818" sldId="271"/>
            <ac:spMk id="5" creationId="{881CD7E4-52D5-455A-95F2-D0833EB4C450}"/>
          </ac:spMkLst>
        </pc:spChg>
        <pc:spChg chg="add del mod">
          <ac:chgData name="" userId="7a9a0f32c98e2fd7" providerId="LiveId" clId="{0743E3E4-0DC0-4872-83DB-76E224A67F2B}" dt="2023-03-30T19:17:02.710" v="340" actId="27636"/>
          <ac:spMkLst>
            <pc:docMk/>
            <pc:sldMk cId="185090818" sldId="271"/>
            <ac:spMk id="6" creationId="{ECD3C714-F671-443A-8CD5-F4AE0408E7F5}"/>
          </ac:spMkLst>
        </pc:spChg>
        <pc:spChg chg="add del mod">
          <ac:chgData name="" userId="7a9a0f32c98e2fd7" providerId="LiveId" clId="{0743E3E4-0DC0-4872-83DB-76E224A67F2B}" dt="2023-03-30T18:26:20.337" v="326"/>
          <ac:spMkLst>
            <pc:docMk/>
            <pc:sldMk cId="185090818" sldId="271"/>
            <ac:spMk id="7" creationId="{F43C99C7-0555-4CF7-A82D-FE7F7EABF880}"/>
          </ac:spMkLst>
        </pc:spChg>
        <pc:picChg chg="add del">
          <ac:chgData name="" userId="7a9a0f32c98e2fd7" providerId="LiveId" clId="{0743E3E4-0DC0-4872-83DB-76E224A67F2B}" dt="2023-03-30T18:26:24.346" v="331" actId="478"/>
          <ac:picMkLst>
            <pc:docMk/>
            <pc:sldMk cId="185090818" sldId="271"/>
            <ac:picMk id="3" creationId="{E240C9AC-C68F-4C85-8F73-6D8B503A679B}"/>
          </ac:picMkLst>
        </pc:picChg>
      </pc:sldChg>
      <pc:sldChg chg="modSp add">
        <pc:chgData name="" userId="7a9a0f32c98e2fd7" providerId="LiveId" clId="{0743E3E4-0DC0-4872-83DB-76E224A67F2B}" dt="2023-03-30T20:35:43.368" v="372" actId="14100"/>
        <pc:sldMkLst>
          <pc:docMk/>
          <pc:sldMk cId="977491610" sldId="272"/>
        </pc:sldMkLst>
        <pc:spChg chg="mod">
          <ac:chgData name="" userId="7a9a0f32c98e2fd7" providerId="LiveId" clId="{0743E3E4-0DC0-4872-83DB-76E224A67F2B}" dt="2023-03-30T20:33:46.928" v="354" actId="20577"/>
          <ac:spMkLst>
            <pc:docMk/>
            <pc:sldMk cId="977491610" sldId="272"/>
            <ac:spMk id="2" creationId="{FA637256-3426-4588-B246-E4B603EF7A38}"/>
          </ac:spMkLst>
        </pc:spChg>
        <pc:spChg chg="mod">
          <ac:chgData name="" userId="7a9a0f32c98e2fd7" providerId="LiveId" clId="{0743E3E4-0DC0-4872-83DB-76E224A67F2B}" dt="2023-03-30T20:35:43.368" v="372" actId="14100"/>
          <ac:spMkLst>
            <pc:docMk/>
            <pc:sldMk cId="977491610" sldId="272"/>
            <ac:spMk id="6" creationId="{ECD3C714-F671-443A-8CD5-F4AE0408E7F5}"/>
          </ac:spMkLst>
        </pc:spChg>
      </pc:sldChg>
      <pc:sldChg chg="modSp add">
        <pc:chgData name="" userId="7a9a0f32c98e2fd7" providerId="LiveId" clId="{0743E3E4-0DC0-4872-83DB-76E224A67F2B}" dt="2023-03-30T20:36:16.079" v="375" actId="6549"/>
        <pc:sldMkLst>
          <pc:docMk/>
          <pc:sldMk cId="1727833433" sldId="273"/>
        </pc:sldMkLst>
        <pc:spChg chg="mod">
          <ac:chgData name="" userId="7a9a0f32c98e2fd7" providerId="LiveId" clId="{0743E3E4-0DC0-4872-83DB-76E224A67F2B}" dt="2023-03-30T20:36:11.334" v="374" actId="20577"/>
          <ac:spMkLst>
            <pc:docMk/>
            <pc:sldMk cId="1727833433" sldId="273"/>
            <ac:spMk id="2" creationId="{FA637256-3426-4588-B246-E4B603EF7A38}"/>
          </ac:spMkLst>
        </pc:spChg>
        <pc:spChg chg="mod">
          <ac:chgData name="" userId="7a9a0f32c98e2fd7" providerId="LiveId" clId="{0743E3E4-0DC0-4872-83DB-76E224A67F2B}" dt="2023-03-30T20:36:16.079" v="375" actId="6549"/>
          <ac:spMkLst>
            <pc:docMk/>
            <pc:sldMk cId="1727833433" sldId="273"/>
            <ac:spMk id="6" creationId="{ECD3C714-F671-443A-8CD5-F4AE0408E7F5}"/>
          </ac:spMkLst>
        </pc:spChg>
      </pc:sldChg>
      <pc:sldChg chg="modSp add">
        <pc:chgData name="" userId="7a9a0f32c98e2fd7" providerId="LiveId" clId="{0743E3E4-0DC0-4872-83DB-76E224A67F2B}" dt="2023-03-30T20:52:18.969" v="440" actId="6549"/>
        <pc:sldMkLst>
          <pc:docMk/>
          <pc:sldMk cId="720885611" sldId="274"/>
        </pc:sldMkLst>
        <pc:spChg chg="mod">
          <ac:chgData name="" userId="7a9a0f32c98e2fd7" providerId="LiveId" clId="{0743E3E4-0DC0-4872-83DB-76E224A67F2B}" dt="2023-03-30T20:52:18.969" v="440" actId="6549"/>
          <ac:spMkLst>
            <pc:docMk/>
            <pc:sldMk cId="720885611" sldId="274"/>
            <ac:spMk id="6" creationId="{ECD3C714-F671-443A-8CD5-F4AE0408E7F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6AAB9-F0A2-9A96-855E-D5509A6D4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719A23-F761-2D03-32AA-B362FF1BC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1D838D-C3F8-1BB4-E314-FAA71CC08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4AAD-F7EA-482B-B827-136405ABCA40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7DAD7A-EB96-D0FF-912B-28409AD81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74AF6F-0E40-4BCA-1CBD-80ACCE616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8014-30E0-4D4E-9BEA-AD4EC12D7B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5826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9A3B73-FBD6-CC28-D596-711A36440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6D725-5104-281F-A904-7FBD41D1C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1E87B5-041F-F949-7936-EE566F55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4AAD-F7EA-482B-B827-136405ABCA40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1B0A60-53ED-D2E6-1F54-B6196A4E4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22CDF-4360-C4F6-1C72-DFDE724FE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8014-30E0-4D4E-9BEA-AD4EC12D7B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7217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15687-C59D-2E93-0200-BF607CF4C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72191E5-91DD-0FAA-468E-DAEE673FE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F67CB6-E8EF-01E2-FC63-B8F9CE5EF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4AAD-F7EA-482B-B827-136405ABCA40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3C369A-915D-D866-3235-501BEDB9C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2621D3-0759-95B0-7509-87A9BC9F3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8014-30E0-4D4E-9BEA-AD4EC12D7B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3070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C8FF4-91A3-04A2-380F-E837DAA3E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AE7359-E21B-8988-64B9-2695DBEB9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C81EF92-60F5-0762-A680-4B109E2D1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856455-B641-095C-CC5C-0B1399DD7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4AAD-F7EA-482B-B827-136405ABCA40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3280C4-BF07-0A0F-8733-EB3A8BAB3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72FE1F-009D-577C-0957-AB36100CE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8014-30E0-4D4E-9BEA-AD4EC12D7B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512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2A3EA-EE59-D0B1-E78E-161186C5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DE0754-F14D-11A0-797E-6D2A1F0B2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34CCC4-4D63-C826-24B0-EF765E91E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092F2C9-25CB-AE3D-BCBD-CD3DE7B440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8FF89A1-A940-170F-0DA4-28A881A9C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6041E03-91CD-7058-B0B8-6FEFAB479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4AAD-F7EA-482B-B827-136405ABCA40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D0ACBFC-965F-2002-7C99-5B80283D6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7F57DEA-6ADD-1DDC-4C35-235F24F3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8014-30E0-4D4E-9BEA-AD4EC12D7B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7392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66A0D6-DDA6-A5B3-69EA-EAF1033CC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BB86AEE-7CD0-4079-580D-1E9E1432A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4AAD-F7EA-482B-B827-136405ABCA40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9D74800-3EEB-7D11-CB75-BBF7861AC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DC007CD-0787-A262-426E-73031CCDE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8014-30E0-4D4E-9BEA-AD4EC12D7B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727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55E7F88-F968-49E4-A89B-D403FAF26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4AAD-F7EA-482B-B827-136405ABCA40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3113C2-C559-34BF-6E39-B7BD1F38E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722E11-80DD-B5F5-6CBE-BC273631A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8014-30E0-4D4E-9BEA-AD4EC12D7B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14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9B06A-A289-2474-957C-E3AE9B6C5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B567CA-1797-BAC0-FB13-BAC6421C7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146CC82-C3D7-FB22-EC8B-3A58C2C27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973B45-6828-22B4-1CF7-755041493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4AAD-F7EA-482B-B827-136405ABCA40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CF0674-5C34-5BFA-5FB4-176496644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236FA44-2C29-A2D1-101E-597A9B16F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8014-30E0-4D4E-9BEA-AD4EC12D7B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8871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EACC8-F6A5-5822-59DE-EF76E94C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154F24D-EBE8-BB0D-3B77-DDAD4AC7CE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CABAE9-72A5-3260-46DF-93C8FB8D7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F1CC18-99C8-9002-F63E-2EC343FD0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4AAD-F7EA-482B-B827-136405ABCA40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FEAECEF-DCDC-4E0C-96D1-0A569D022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CD1165-8B8E-9E31-E649-50D4FC59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8014-30E0-4D4E-9BEA-AD4EC12D7B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779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55CE8-0A9F-15DE-DEB5-43767BF02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3B0284C-BE1C-56E6-0966-8F49081B3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4ABB5D-042C-939A-BEF3-3ADFA068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4AAD-F7EA-482B-B827-136405ABCA40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37AFFC-67C9-558A-50B8-471F13AEF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2804C4-9F35-08FF-0036-DD4EB1C6B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8014-30E0-4D4E-9BEA-AD4EC12D7B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921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CA72582-12AC-173F-EC56-25FD94A1C2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F6B9E1-CE77-0D28-9273-5B1DB718C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741176-96DF-14F6-3707-61CE6563E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4AAD-F7EA-482B-B827-136405ABCA40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DF800D-59F2-2898-8412-A99A62658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93D197-DCA5-EDD9-9952-047A9F2C4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8014-30E0-4D4E-9BEA-AD4EC12D7B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0446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2FCB83D-ED39-5331-08F5-C8C9E3707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8F42C2-56DA-1B30-0ABB-078210887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7F3319-7C86-BB58-C235-FA2065DAE5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84AAD-F7EA-482B-B827-136405ABCA40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337440-9E88-E2EC-E878-362E2C751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6B3742-7699-502C-F0D8-C117BFF07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E8014-30E0-4D4E-9BEA-AD4EC12D7B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297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enanmendes30/AULA1-IOT/blob/main/InstalacaoESP8266.md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enanmendes30/AULA1-IOT/blob/main/PROGRAMA_SIMPLES_IP.md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htmL/html_headings.asp" TargetMode="External"/><Relationship Id="rId2" Type="http://schemas.openxmlformats.org/officeDocument/2006/relationships/hyperlink" Target="https://developer.mozilla.org/pt-BR/docs/Web/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enanmendes30/AULA1-IOT/blob/main/Programa%20HTML.m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83424-3DE2-4927-B08B-F36700641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ESP32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748E12F5-1839-456A-A9CA-B2ED65ACA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544" y="1460500"/>
            <a:ext cx="5433389" cy="4351338"/>
          </a:xfrm>
        </p:spPr>
        <p:txBody>
          <a:bodyPr/>
          <a:lstStyle/>
          <a:p>
            <a:pPr algn="just"/>
            <a:endParaRPr lang="pt-BR" dirty="0"/>
          </a:p>
          <a:p>
            <a:pPr algn="just"/>
            <a:r>
              <a:rPr lang="pt-BR" dirty="0"/>
              <a:t>Microcontrolador 32 bits ESPRESSIF de baixo custo</a:t>
            </a:r>
          </a:p>
          <a:p>
            <a:pPr algn="just"/>
            <a:r>
              <a:rPr lang="pt-BR" dirty="0"/>
              <a:t>Primeira versão conhecida: ESP-WROOM-32, com 4 MB de Flash (contra 32 </a:t>
            </a:r>
            <a:r>
              <a:rPr lang="pt-BR" dirty="0" err="1"/>
              <a:t>kBdo</a:t>
            </a:r>
            <a:r>
              <a:rPr lang="pt-BR" dirty="0"/>
              <a:t> Arduino Uno –ATMega328p)</a:t>
            </a:r>
          </a:p>
          <a:p>
            <a:pPr algn="just"/>
            <a:r>
              <a:rPr lang="en-US" dirty="0" err="1"/>
              <a:t>WiFi</a:t>
            </a:r>
            <a:r>
              <a:rPr lang="en-US" dirty="0"/>
              <a:t> e Bluetooth </a:t>
            </a:r>
            <a:r>
              <a:rPr lang="en-US" dirty="0" err="1"/>
              <a:t>LowEnergy</a:t>
            </a:r>
            <a:r>
              <a:rPr lang="en-US" dirty="0"/>
              <a:t> (BLE)</a:t>
            </a:r>
          </a:p>
          <a:p>
            <a:pPr algn="just"/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5C3CF30-A066-48C3-BB58-28196077A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157" y="1276350"/>
            <a:ext cx="3267075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00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83424-3DE2-4927-B08B-F36700641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ESP32</a:t>
            </a:r>
          </a:p>
        </p:txBody>
      </p:sp>
      <p:pic>
        <p:nvPicPr>
          <p:cNvPr id="2050" name="Picture 2" descr="esp32">
            <a:extLst>
              <a:ext uri="{FF2B5EF4-FFF2-40B4-BE49-F238E27FC236}">
                <a16:creationId xmlns:a16="http://schemas.microsoft.com/office/drawing/2014/main" id="{9C03F38F-0A6A-428A-B92E-E30BB64460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7185" y="2441275"/>
            <a:ext cx="3548684" cy="2849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3697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83424-3DE2-4927-B08B-F36700641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ESP32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74EC70A-D46D-4047-AA20-3EB0EF1182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62203"/>
            <a:ext cx="9464322" cy="4678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>
                <a:ln>
                  <a:noFill/>
                </a:ln>
                <a:effectLst/>
                <a:latin typeface="helvetica neue"/>
              </a:rPr>
              <a:t>Chip com WiFi embutido: padrão 802.11 B/G/N, operando na faixa de 2.4 a 2.5GHz</a:t>
            </a:r>
            <a:endParaRPr kumimoji="0" lang="pt-BR" altLang="pt-BR" sz="11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>
                <a:ln>
                  <a:noFill/>
                </a:ln>
                <a:effectLst/>
                <a:latin typeface="helvetica neue"/>
              </a:rPr>
              <a:t>- Modos de operação: Client, Access Point, Station+Access Point</a:t>
            </a:r>
            <a:endParaRPr kumimoji="0" lang="pt-BR" altLang="pt-BR" sz="11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>
                <a:ln>
                  <a:noFill/>
                </a:ln>
                <a:effectLst/>
                <a:latin typeface="helvetica neue"/>
              </a:rPr>
              <a:t>- Microprocessador dual core Tensilica Xtensa 32-bit LX6</a:t>
            </a:r>
            <a:endParaRPr kumimoji="0" lang="pt-BR" altLang="pt-BR" sz="11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>
                <a:ln>
                  <a:noFill/>
                </a:ln>
                <a:effectLst/>
                <a:latin typeface="helvetica neue"/>
              </a:rPr>
              <a:t>- Clock ajustável de 80MHz até 240MHz</a:t>
            </a:r>
            <a:endParaRPr kumimoji="0" lang="pt-BR" altLang="pt-BR" sz="11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>
                <a:ln>
                  <a:noFill/>
                </a:ln>
                <a:effectLst/>
                <a:latin typeface="helvetica neue"/>
              </a:rPr>
              <a:t>- Tensão de operação: 3.3 VDC</a:t>
            </a:r>
            <a:endParaRPr kumimoji="0" lang="pt-BR" altLang="pt-BR" sz="11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>
                <a:ln>
                  <a:noFill/>
                </a:ln>
                <a:effectLst/>
                <a:latin typeface="helvetica neue"/>
              </a:rPr>
              <a:t>- Possui SRAM de 512KB</a:t>
            </a:r>
            <a:endParaRPr kumimoji="0" lang="pt-BR" altLang="pt-BR" sz="11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>
                <a:ln>
                  <a:noFill/>
                </a:ln>
                <a:effectLst/>
                <a:latin typeface="helvetica neue"/>
              </a:rPr>
              <a:t>- Possui ROM de 448KB</a:t>
            </a:r>
            <a:endParaRPr kumimoji="0" lang="pt-BR" altLang="pt-BR" sz="11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>
                <a:ln>
                  <a:noFill/>
                </a:ln>
                <a:effectLst/>
                <a:latin typeface="helvetica neue"/>
              </a:rPr>
              <a:t>- Possui memória flash externa de 32Mb (4 megabytes)</a:t>
            </a:r>
            <a:endParaRPr kumimoji="0" lang="pt-BR" altLang="pt-BR" sz="11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>
                <a:ln>
                  <a:noFill/>
                </a:ln>
                <a:effectLst/>
                <a:latin typeface="helvetica neue"/>
              </a:rPr>
              <a:t>- Corrente máxima por pino é de 12mA (recomenda-se usar 6mA)</a:t>
            </a:r>
            <a:endParaRPr kumimoji="0" lang="pt-BR" altLang="pt-BR" sz="11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>
                <a:ln>
                  <a:noFill/>
                </a:ln>
                <a:effectLst/>
                <a:latin typeface="helvetica neue"/>
              </a:rPr>
              <a:t>- Possui 36 GPIOs</a:t>
            </a:r>
            <a:endParaRPr kumimoji="0" lang="pt-BR" altLang="pt-BR" sz="11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>
                <a:ln>
                  <a:noFill/>
                </a:ln>
                <a:effectLst/>
                <a:latin typeface="helvetica neue"/>
              </a:rPr>
              <a:t>- GPIOs com função PWM / I2C e SPI</a:t>
            </a:r>
            <a:endParaRPr kumimoji="0" lang="pt-BR" altLang="pt-BR" sz="11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>
                <a:ln>
                  <a:noFill/>
                </a:ln>
                <a:effectLst/>
                <a:latin typeface="helvetica neue"/>
              </a:rPr>
              <a:t>- Possui Bluetooth v4.2 BR / EDR e BLE (Bluetooth Low Energy)</a:t>
            </a:r>
            <a:endParaRPr kumimoji="0" lang="pt-BR" altLang="pt-BR" sz="11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3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pt-BR" altLang="pt-BR" sz="3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602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83424-3DE2-4927-B08B-F36700641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ESP8266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97E3CF-2D5D-4225-9644-046F53ACC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14358" cy="4351338"/>
          </a:xfrm>
        </p:spPr>
        <p:txBody>
          <a:bodyPr/>
          <a:lstStyle/>
          <a:p>
            <a:endParaRPr lang="pt-BR" dirty="0"/>
          </a:p>
          <a:p>
            <a:r>
              <a:rPr lang="pt-BR" dirty="0"/>
              <a:t>Microcontrolador 32 bits ESPRESSIF de baixo custo</a:t>
            </a:r>
          </a:p>
          <a:p>
            <a:r>
              <a:rPr lang="pt-BR" dirty="0"/>
              <a:t>Primeira versão comercial:ESP-01, com512kB </a:t>
            </a:r>
            <a:r>
              <a:rPr lang="pt-BR" dirty="0" err="1"/>
              <a:t>deFlash</a:t>
            </a:r>
            <a:r>
              <a:rPr lang="pt-BR" dirty="0"/>
              <a:t> (contra 32 </a:t>
            </a:r>
            <a:r>
              <a:rPr lang="pt-BR" dirty="0" err="1"/>
              <a:t>kB</a:t>
            </a:r>
            <a:r>
              <a:rPr lang="pt-BR" dirty="0"/>
              <a:t> do Arduino Uno –ATMega328p)</a:t>
            </a:r>
          </a:p>
          <a:p>
            <a:r>
              <a:rPr lang="pt-BR" dirty="0"/>
              <a:t>Usado inicialmente como módulo WiFi do Arduino</a:t>
            </a:r>
          </a:p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71CD73C-1FCA-4C36-9493-47C52210B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558" y="1400175"/>
            <a:ext cx="5667375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042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83424-3DE2-4927-B08B-F36700641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ESP8266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74EC70A-D46D-4047-AA20-3EB0EF1182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2221" y="1420664"/>
            <a:ext cx="10361579" cy="4678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pt-BR" altLang="pt-BR" sz="2000" dirty="0">
                <a:latin typeface="helvetica neue"/>
              </a:rPr>
              <a:t>Chip com WiFi embutido : padrão 802.11 B/G/N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altLang="pt-BR" sz="2000" dirty="0">
                <a:latin typeface="helvetica neue"/>
              </a:rPr>
              <a:t>Alcance aproximado: 90 metros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altLang="pt-BR" sz="2000" dirty="0">
                <a:latin typeface="helvetica neue"/>
              </a:rPr>
              <a:t>Tensão de operação: 3.3 VDC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altLang="pt-BR" sz="2000" dirty="0">
                <a:latin typeface="helvetica neue"/>
              </a:rPr>
              <a:t>CPU que opera em 80MHz, com possibilidade de operar em 160MHz;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altLang="pt-BR" sz="2000" dirty="0">
                <a:latin typeface="helvetica neue"/>
              </a:rPr>
              <a:t>Arquitetura RISC de 32 bits;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altLang="pt-BR" sz="2000" dirty="0">
                <a:latin typeface="helvetica neue"/>
              </a:rPr>
              <a:t>32KBytes de RAM para instruções;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altLang="pt-BR" sz="2000" dirty="0">
                <a:latin typeface="helvetica neue"/>
              </a:rPr>
              <a:t>96KBytes de RAM para dados;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altLang="pt-BR" sz="2000" dirty="0">
                <a:latin typeface="helvetica neue"/>
              </a:rPr>
              <a:t>64KBytes de ROM para boot;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altLang="pt-BR" sz="2000" dirty="0">
                <a:latin typeface="helvetica neue"/>
              </a:rPr>
              <a:t>Possui uma memória Flash SPI </a:t>
            </a:r>
            <a:r>
              <a:rPr lang="pt-BR" altLang="pt-BR" sz="2000" dirty="0" err="1">
                <a:latin typeface="helvetica neue"/>
              </a:rPr>
              <a:t>Winbond</a:t>
            </a:r>
            <a:r>
              <a:rPr lang="pt-BR" altLang="pt-BR" sz="2000" dirty="0">
                <a:latin typeface="helvetica neue"/>
              </a:rPr>
              <a:t> W25Q40BVNIG de 512KBytes a 4 Mb * (suporte até 16 Mb)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altLang="pt-BR" sz="2000" dirty="0">
                <a:latin typeface="helvetica neue"/>
              </a:rPr>
              <a:t>O núcleo é baseado no IP </a:t>
            </a:r>
            <a:r>
              <a:rPr lang="pt-BR" altLang="pt-BR" sz="2000" dirty="0" err="1">
                <a:latin typeface="helvetica neue"/>
              </a:rPr>
              <a:t>Diamand</a:t>
            </a:r>
            <a:r>
              <a:rPr lang="pt-BR" altLang="pt-BR" sz="2000" dirty="0">
                <a:latin typeface="helvetica neue"/>
              </a:rPr>
              <a:t> Standard LX3 da </a:t>
            </a:r>
            <a:r>
              <a:rPr lang="pt-BR" altLang="pt-BR" sz="2000" dirty="0" err="1">
                <a:latin typeface="helvetica neue"/>
              </a:rPr>
              <a:t>Tensilica</a:t>
            </a:r>
            <a:r>
              <a:rPr lang="pt-BR" altLang="pt-BR" sz="2000" dirty="0">
                <a:latin typeface="helvetica neue"/>
              </a:rPr>
              <a:t>;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altLang="pt-BR" sz="2000" dirty="0">
                <a:latin typeface="helvetica neue"/>
              </a:rPr>
              <a:t>Modos de operação: Cliente, Access Point, </a:t>
            </a:r>
            <a:r>
              <a:rPr lang="pt-BR" altLang="pt-BR" sz="2000" dirty="0" err="1">
                <a:latin typeface="helvetica neue"/>
              </a:rPr>
              <a:t>Cliente+Access</a:t>
            </a:r>
            <a:r>
              <a:rPr lang="pt-BR" altLang="pt-BR" sz="2000" dirty="0">
                <a:latin typeface="helvetica neue"/>
              </a:rPr>
              <a:t> Point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3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pt-BR" altLang="pt-BR" sz="3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648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7B34A8-DB9D-E580-7F63-B53F4C84B2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D1DDD4-03CA-8AA1-2001-71BAF2C39E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Imagem 7" descr="Interface gráfica do usuário&#10;&#10;Descrição gerada automaticamente">
            <a:extLst>
              <a:ext uri="{FF2B5EF4-FFF2-40B4-BE49-F238E27FC236}">
                <a16:creationId xmlns:a16="http://schemas.microsoft.com/office/drawing/2014/main" id="{12A56C7E-9C28-88FB-95FD-B96EF11E9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536" y="33074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78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637256-3426-4588-B246-E4B603EF7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100" name="Picture 4" descr="https://4.bp.blogspot.com/-U57OupUVXcI/WoVq-3fccrI/AAAAAAAABhA/0jecYY4fRmAUgnC-9OF68tw5d5fdqmKagCLcBGAs/s640/5.png">
            <a:extLst>
              <a:ext uri="{FF2B5EF4-FFF2-40B4-BE49-F238E27FC236}">
                <a16:creationId xmlns:a16="http://schemas.microsoft.com/office/drawing/2014/main" id="{033EAA1A-D78E-4C1B-A111-E27AF560A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25" y="1027906"/>
            <a:ext cx="6048375" cy="503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881CD7E4-52D5-455A-95F2-D0833EB4C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289" y="1865382"/>
            <a:ext cx="5483087" cy="4351338"/>
          </a:xfrm>
        </p:spPr>
        <p:txBody>
          <a:bodyPr/>
          <a:lstStyle/>
          <a:p>
            <a:endParaRPr lang="pt-BR" dirty="0"/>
          </a:p>
          <a:p>
            <a:r>
              <a:rPr lang="pt-BR" dirty="0" err="1"/>
              <a:t>NodeMCU</a:t>
            </a:r>
            <a:r>
              <a:rPr lang="pt-BR" dirty="0"/>
              <a:t>: plataforma com ESP12</a:t>
            </a:r>
          </a:p>
          <a:p>
            <a:r>
              <a:rPr lang="pt-BR" dirty="0"/>
              <a:t>Conexão micro USB</a:t>
            </a:r>
          </a:p>
          <a:p>
            <a:r>
              <a:rPr lang="pt-BR" dirty="0"/>
              <a:t>Regulador de tensão (de 5V para 3,3V)</a:t>
            </a:r>
          </a:p>
          <a:p>
            <a:r>
              <a:rPr lang="pt-BR" dirty="0"/>
              <a:t>Pinos para encaixe em protoboard ou placas adaptadoras</a:t>
            </a:r>
          </a:p>
          <a:p>
            <a:r>
              <a:rPr lang="pt-BR" dirty="0"/>
              <a:t>Preços acessíveis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1731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637256-3426-4588-B246-E4B603EF7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https://github.com/renanmendes30/AULA1-IOT/blob/main/InstalacaoESP8266.md</a:t>
            </a:r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881CD7E4-52D5-455A-95F2-D0833EB4C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3149" y="2141537"/>
            <a:ext cx="8525702" cy="435133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Instalação das placas na IDE Arduino</a:t>
            </a:r>
          </a:p>
          <a:p>
            <a:r>
              <a:rPr lang="pt-BR" dirty="0"/>
              <a:t>Para instalação do grupo de placas, copie o seguinte link:</a:t>
            </a:r>
          </a:p>
          <a:p>
            <a:endParaRPr lang="pt-BR" dirty="0"/>
          </a:p>
          <a:p>
            <a:r>
              <a:rPr lang="pt-BR" b="1" dirty="0"/>
              <a:t>http://arduino.esp8266.com/stable/package_esp8266com_index.json</a:t>
            </a:r>
            <a:endParaRPr lang="pt-BR" dirty="0"/>
          </a:p>
          <a:p>
            <a:r>
              <a:rPr lang="pt-BR" dirty="0"/>
              <a:t>Abra a </a:t>
            </a:r>
            <a:r>
              <a:rPr lang="pt-BR" dirty="0" err="1"/>
              <a:t>IDEArduino</a:t>
            </a:r>
            <a:r>
              <a:rPr lang="pt-BR" dirty="0"/>
              <a:t>, Arquivo=&gt; Preferências </a:t>
            </a:r>
            <a:r>
              <a:rPr lang="pt-BR" b="1" dirty="0" err="1"/>
              <a:t>URLs</a:t>
            </a:r>
            <a:r>
              <a:rPr lang="pt-BR" b="1" dirty="0"/>
              <a:t> Adicionais para Gerenciadores de placas</a:t>
            </a:r>
            <a:r>
              <a:rPr lang="pt-BR" dirty="0"/>
              <a:t>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Cole o link acima e clique em OK para fechar a janela.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8209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637256-3426-4588-B246-E4B603EF7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881CD7E4-52D5-455A-95F2-D0833EB4C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3149" y="1931642"/>
            <a:ext cx="8525702" cy="4351338"/>
          </a:xfrm>
        </p:spPr>
        <p:txBody>
          <a:bodyPr>
            <a:normAutofit/>
          </a:bodyPr>
          <a:lstStyle/>
          <a:p>
            <a:endParaRPr lang="pt-BR" dirty="0"/>
          </a:p>
          <a:p>
            <a:r>
              <a:rPr lang="pt-BR" dirty="0"/>
              <a:t>Acesse o Menu Ferramentas, Placas, Gerenciador de placas.</a:t>
            </a:r>
          </a:p>
          <a:p>
            <a:r>
              <a:rPr lang="pt-BR" dirty="0"/>
              <a:t>Selecione o botão </a:t>
            </a:r>
            <a:r>
              <a:rPr lang="pt-BR" b="1" dirty="0"/>
              <a:t>instalar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0973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637256-3426-4588-B246-E4B603EF7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BlinkLED</a:t>
            </a:r>
            <a:br>
              <a:rPr lang="pt-BR" dirty="0"/>
            </a:br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881CD7E4-52D5-455A-95F2-D0833EB4C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3149" y="1931642"/>
            <a:ext cx="4103825" cy="4351338"/>
          </a:xfrm>
        </p:spPr>
        <p:txBody>
          <a:bodyPr>
            <a:normAutofit/>
          </a:bodyPr>
          <a:lstStyle/>
          <a:p>
            <a:r>
              <a:rPr lang="pt-BR" dirty="0"/>
              <a:t>LED: anodo no pino D1 (ou D2)</a:t>
            </a:r>
          </a:p>
          <a:p>
            <a:r>
              <a:rPr lang="pt-BR" dirty="0"/>
              <a:t>Resistor: entre catodo do LED e GND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240C9AC-C68F-4C85-8F73-6D8B503A6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028" y="1514255"/>
            <a:ext cx="5342965" cy="454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221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1F5BD-93A7-417B-AF67-93F762B35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Simples IP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6B03C6-ADCD-4A17-8D0A-58F351207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https://github.com/renanmendes30/AULA1-IOT/blob/main/PROGRAMA_SIMPLES_IP.md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2449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9E40D7-46FC-321A-EAA9-55830CC1D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solidFill>
                  <a:srgbClr val="1B1B1B"/>
                </a:solidFill>
                <a:effectLst/>
                <a:latin typeface="Inter"/>
              </a:rPr>
              <a:t>HTML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46B122-11D5-3A96-E92D-7170924E9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0" dirty="0">
                <a:solidFill>
                  <a:srgbClr val="1B1B1B"/>
                </a:solidFill>
                <a:effectLst/>
                <a:latin typeface="Inter"/>
              </a:rPr>
              <a:t>HTML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 (Linguagem de Marcação de </a:t>
            </a:r>
            <a:r>
              <a:rPr lang="pt-BR" b="0" i="0" dirty="0" err="1">
                <a:solidFill>
                  <a:srgbClr val="1B1B1B"/>
                </a:solidFill>
                <a:effectLst/>
                <a:latin typeface="Inter"/>
              </a:rPr>
              <a:t>HiperTexto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) é o bloco de construção mais básico da web. Define o significado e a estrutura do conteúdo da web</a:t>
            </a:r>
          </a:p>
          <a:p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O HTML usa "Marcação" para anotar texto, imagem e outros conteúdos para exibição em um navegador da Web. A marcação HTML inclui "elementos" especiais, como &lt;</a:t>
            </a:r>
            <a:r>
              <a:rPr lang="pt-BR" b="0" i="0" dirty="0" err="1">
                <a:solidFill>
                  <a:srgbClr val="1B1B1B"/>
                </a:solidFill>
                <a:effectLst/>
                <a:latin typeface="Inter"/>
              </a:rPr>
              <a:t>head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&gt;, &lt;</a:t>
            </a:r>
            <a:r>
              <a:rPr lang="pt-BR" b="0" i="0" dirty="0" err="1">
                <a:solidFill>
                  <a:srgbClr val="1B1B1B"/>
                </a:solidFill>
                <a:effectLst/>
                <a:latin typeface="Inter"/>
              </a:rPr>
              <a:t>title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&gt;, &lt;body&gt;, &lt;header&gt;, &lt;</a:t>
            </a:r>
            <a:r>
              <a:rPr lang="pt-BR" b="0" i="0" dirty="0" err="1">
                <a:solidFill>
                  <a:srgbClr val="1B1B1B"/>
                </a:solidFill>
                <a:effectLst/>
                <a:latin typeface="Inter"/>
              </a:rPr>
              <a:t>footer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&gt;, &lt;</a:t>
            </a:r>
            <a:r>
              <a:rPr lang="pt-BR" b="0" i="0" dirty="0" err="1">
                <a:solidFill>
                  <a:srgbClr val="1B1B1B"/>
                </a:solidFill>
                <a:effectLst/>
                <a:latin typeface="Inter"/>
              </a:rPr>
              <a:t>article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&gt;, &lt;</a:t>
            </a:r>
            <a:r>
              <a:rPr lang="pt-BR" b="0" i="0" dirty="0" err="1">
                <a:solidFill>
                  <a:srgbClr val="1B1B1B"/>
                </a:solidFill>
                <a:effectLst/>
                <a:latin typeface="Inter"/>
              </a:rPr>
              <a:t>section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&gt;, &lt;p&gt;, &lt;</a:t>
            </a:r>
            <a:r>
              <a:rPr lang="pt-BR" b="0" i="0" dirty="0" err="1">
                <a:solidFill>
                  <a:srgbClr val="1B1B1B"/>
                </a:solidFill>
                <a:effectLst/>
                <a:latin typeface="Inter"/>
              </a:rPr>
              <a:t>div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&gt;, &lt;</a:t>
            </a:r>
            <a:r>
              <a:rPr lang="pt-BR" b="0" i="0" dirty="0" err="1">
                <a:solidFill>
                  <a:srgbClr val="1B1B1B"/>
                </a:solidFill>
                <a:effectLst/>
                <a:latin typeface="Inter"/>
              </a:rPr>
              <a:t>span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&gt;, &lt;</a:t>
            </a:r>
            <a:r>
              <a:rPr lang="pt-BR" b="0" i="0" dirty="0" err="1">
                <a:solidFill>
                  <a:srgbClr val="1B1B1B"/>
                </a:solidFill>
                <a:effectLst/>
                <a:latin typeface="Inter"/>
              </a:rPr>
              <a:t>img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&gt;, &lt;</a:t>
            </a:r>
            <a:r>
              <a:rPr lang="pt-BR" b="0" i="0" dirty="0" err="1">
                <a:solidFill>
                  <a:srgbClr val="1B1B1B"/>
                </a:solidFill>
                <a:effectLst/>
                <a:latin typeface="Inter"/>
              </a:rPr>
              <a:t>aside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&gt;, &lt;</a:t>
            </a:r>
            <a:r>
              <a:rPr lang="pt-BR" b="0" i="0" dirty="0" err="1">
                <a:solidFill>
                  <a:srgbClr val="1B1B1B"/>
                </a:solidFill>
                <a:effectLst/>
                <a:latin typeface="Inter"/>
              </a:rPr>
              <a:t>audio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&gt;, &lt;</a:t>
            </a:r>
            <a:r>
              <a:rPr lang="pt-BR" b="0" i="0" dirty="0" err="1">
                <a:solidFill>
                  <a:srgbClr val="1B1B1B"/>
                </a:solidFill>
                <a:effectLst/>
                <a:latin typeface="Inter"/>
              </a:rPr>
              <a:t>canvas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&gt;, &lt;</a:t>
            </a:r>
            <a:r>
              <a:rPr lang="pt-BR" b="0" i="0" dirty="0" err="1">
                <a:solidFill>
                  <a:srgbClr val="1B1B1B"/>
                </a:solidFill>
                <a:effectLst/>
                <a:latin typeface="Inter"/>
              </a:rPr>
              <a:t>datalist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&gt;, &lt;</a:t>
            </a:r>
            <a:r>
              <a:rPr lang="pt-BR" b="0" i="0" dirty="0" err="1">
                <a:solidFill>
                  <a:srgbClr val="1B1B1B"/>
                </a:solidFill>
                <a:effectLst/>
                <a:latin typeface="Inter"/>
              </a:rPr>
              <a:t>details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&gt;, &lt;</a:t>
            </a:r>
            <a:r>
              <a:rPr lang="pt-BR" b="0" i="0" dirty="0" err="1">
                <a:solidFill>
                  <a:srgbClr val="1B1B1B"/>
                </a:solidFill>
                <a:effectLst/>
                <a:latin typeface="Inter"/>
              </a:rPr>
              <a:t>embed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&gt;, &lt;</a:t>
            </a:r>
            <a:r>
              <a:rPr lang="pt-BR" b="0" i="0" dirty="0" err="1">
                <a:solidFill>
                  <a:srgbClr val="1B1B1B"/>
                </a:solidFill>
                <a:effectLst/>
                <a:latin typeface="Inter"/>
              </a:rPr>
              <a:t>nav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&gt;, &lt;output&gt;, &lt;</a:t>
            </a:r>
            <a:r>
              <a:rPr lang="pt-BR" b="0" i="0" dirty="0" err="1">
                <a:solidFill>
                  <a:srgbClr val="1B1B1B"/>
                </a:solidFill>
                <a:effectLst/>
                <a:latin typeface="Inter"/>
              </a:rPr>
              <a:t>progress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&gt;, &lt;</a:t>
            </a:r>
            <a:r>
              <a:rPr lang="pt-BR" b="0" i="0" dirty="0" err="1">
                <a:solidFill>
                  <a:srgbClr val="1B1B1B"/>
                </a:solidFill>
                <a:effectLst/>
                <a:latin typeface="Inter"/>
              </a:rPr>
              <a:t>video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&gt;, &lt;</a:t>
            </a:r>
            <a:r>
              <a:rPr lang="pt-BR" b="0" i="0" dirty="0" err="1">
                <a:solidFill>
                  <a:srgbClr val="1B1B1B"/>
                </a:solidFill>
                <a:effectLst/>
                <a:latin typeface="Inter"/>
              </a:rPr>
              <a:t>ul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&gt;, &lt;</a:t>
            </a:r>
            <a:r>
              <a:rPr lang="pt-BR" b="0" i="0" dirty="0" err="1">
                <a:solidFill>
                  <a:srgbClr val="1B1B1B"/>
                </a:solidFill>
                <a:effectLst/>
                <a:latin typeface="Inter"/>
              </a:rPr>
              <a:t>ol</a:t>
            </a:r>
            <a:r>
              <a:rPr lang="pt-BR" b="0" i="0" dirty="0">
                <a:solidFill>
                  <a:srgbClr val="1B1B1B"/>
                </a:solidFill>
                <a:effectLst/>
                <a:latin typeface="Inter"/>
              </a:rPr>
              <a:t>&gt;, &lt;li&gt; e muitos outros.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2180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34995-8EFD-DE35-7835-A886D14A0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25E355-805B-6998-C12F-78AE45D4A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elemento HTML é separado de outro texto em um documento por "</a:t>
            </a:r>
            <a:r>
              <a:rPr lang="pt-BR" dirty="0" err="1"/>
              <a:t>tags</a:t>
            </a:r>
            <a:r>
              <a:rPr lang="pt-BR" dirty="0"/>
              <a:t>", que consistem no nome do elemento entre "&lt;" e "&gt;". O nome de um elemento dentro de uma </a:t>
            </a:r>
            <a:r>
              <a:rPr lang="pt-BR" dirty="0" err="1"/>
              <a:t>tag</a:t>
            </a:r>
            <a:r>
              <a:rPr lang="pt-BR" dirty="0"/>
              <a:t> é insensível a maiúsculas e minúsculas. Isto é, pode ser escrito em maiúsculas, minúsculas ou um mistura. Por exemplo, a </a:t>
            </a:r>
            <a:r>
              <a:rPr lang="pt-BR" dirty="0" err="1"/>
              <a:t>tag</a:t>
            </a:r>
            <a:r>
              <a:rPr lang="pt-BR" dirty="0"/>
              <a:t> &lt;</a:t>
            </a:r>
            <a:r>
              <a:rPr lang="pt-BR" dirty="0" err="1"/>
              <a:t>title</a:t>
            </a:r>
            <a:r>
              <a:rPr lang="pt-BR" dirty="0"/>
              <a:t>&gt; pode ser escrita como &lt;</a:t>
            </a:r>
            <a:r>
              <a:rPr lang="pt-BR" dirty="0" err="1"/>
              <a:t>Title</a:t>
            </a:r>
            <a:r>
              <a:rPr lang="pt-BR" dirty="0"/>
              <a:t>&gt;, &lt;TITLE&gt; ou de qualquer outra forma.</a:t>
            </a:r>
          </a:p>
        </p:txBody>
      </p:sp>
    </p:spTree>
    <p:extLst>
      <p:ext uri="{BB962C8B-B14F-4D97-AF65-F5344CB8AC3E}">
        <p14:creationId xmlns:p14="http://schemas.microsoft.com/office/powerpoint/2010/main" val="3620131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2E7816-184C-8A8A-E19D-54CDA7B49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6D39B1D9-7164-E7FB-EE30-4242404838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4524" y="2073790"/>
            <a:ext cx="2767824" cy="3409959"/>
          </a:xfrm>
          <a:prstGeom prst="rect">
            <a:avLst/>
          </a:prstGeom>
        </p:spPr>
      </p:pic>
      <p:pic>
        <p:nvPicPr>
          <p:cNvPr id="1026" name="Picture 2" descr="Representação do código em HTML">
            <a:extLst>
              <a:ext uri="{FF2B5EF4-FFF2-40B4-BE49-F238E27FC236}">
                <a16:creationId xmlns:a16="http://schemas.microsoft.com/office/drawing/2014/main" id="{A9C33767-D84B-CF27-4ECC-EC68D447B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911" y="2372647"/>
            <a:ext cx="3366934" cy="3366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215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A8E1B-6F6C-7C52-B3CA-EBB3A28A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FD665C-1169-E99C-1F07-397D3156B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https://developer.mozilla.org/pt-BR/docs/Web/HTML</a:t>
            </a:r>
            <a:endParaRPr lang="pt-BR" dirty="0"/>
          </a:p>
          <a:p>
            <a:endParaRPr lang="pt-BR" dirty="0"/>
          </a:p>
          <a:p>
            <a:r>
              <a:rPr lang="pt-BR">
                <a:hlinkClick r:id="rId3"/>
              </a:rPr>
              <a:t>https://www.w3schools.com/htmL/html_headings.asp</a:t>
            </a:r>
            <a:endParaRPr lang="pt-BR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0876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7B34A8-DB9D-E580-7F63-B53F4C84B2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D1DDD4-03CA-8AA1-2001-71BAF2C39E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880BAA2-8ACD-6519-5A95-8058B6C6C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084" y="2335435"/>
            <a:ext cx="8199831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951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6E7A3D-D6F6-4BA1-81EF-C6D620DFF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Request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53FD62-4380-4EC7-A5D4-8BE23CFA8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  <a:p>
            <a:r>
              <a:rPr lang="pt-BR" dirty="0"/>
              <a:t>Podemos traduzir </a:t>
            </a:r>
            <a:r>
              <a:rPr lang="pt-BR" dirty="0" err="1"/>
              <a:t>request</a:t>
            </a:r>
            <a:r>
              <a:rPr lang="pt-BR" dirty="0"/>
              <a:t> como requisição.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É o pedido que o cliente (navegador) realiza para um servidor.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5338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D89FAE-5675-4DD8-B0B5-A793C7B6B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Get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069D02-892C-4876-8476-DFD2E12C9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pt-BR" dirty="0"/>
          </a:p>
          <a:p>
            <a:r>
              <a:rPr lang="pt-BR" dirty="0"/>
              <a:t>É utilizado numa consulta, quando se deseja obter dados do servidor.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Como exemplo podemos citar uma consulta de dados, como uma lista de alunos em um sistema escolar, uma lista de pizzas disponíveis para compra num aplicativo de pizzaria delivery.</a:t>
            </a:r>
          </a:p>
        </p:txBody>
      </p:sp>
    </p:spTree>
    <p:extLst>
      <p:ext uri="{BB962C8B-B14F-4D97-AF65-F5344CB8AC3E}">
        <p14:creationId xmlns:p14="http://schemas.microsoft.com/office/powerpoint/2010/main" val="2460496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812CD-8639-4B4D-9574-25C375DDC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Post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5F967C-5DE3-42E6-A2CC-F8407A242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pt-BR" dirty="0"/>
          </a:p>
          <a:p>
            <a:r>
              <a:rPr lang="pt-BR" dirty="0"/>
              <a:t>Este método é utilizado quando estamos enviando informações para o servidor, normalmente quando vamos persistir eles numa base de dados, por exemplo.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  <a:p>
            <a:r>
              <a:rPr lang="pt-BR" dirty="0"/>
              <a:t>Podemos citar como exemplo o formulário de cadastro de usuário em um site de comercio eletrônico.</a:t>
            </a:r>
          </a:p>
        </p:txBody>
      </p:sp>
    </p:spTree>
    <p:extLst>
      <p:ext uri="{BB962C8B-B14F-4D97-AF65-F5344CB8AC3E}">
        <p14:creationId xmlns:p14="http://schemas.microsoft.com/office/powerpoint/2010/main" val="249912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7B34A8-DB9D-E580-7F63-B53F4C84B2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D1DDD4-03CA-8AA1-2001-71BAF2C39E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059FEF6-8A6C-5796-92C8-4FE6C0CA3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481" y="2038229"/>
            <a:ext cx="8055038" cy="278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767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7B34A8-DB9D-E580-7F63-B53F4C84B2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D1DDD4-03CA-8AA1-2001-71BAF2C39E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3797F2F-C752-D2C4-70A2-338B2190C7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6"/>
          <a:stretch/>
        </p:blipFill>
        <p:spPr>
          <a:xfrm>
            <a:off x="0" y="809469"/>
            <a:ext cx="12192000" cy="555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126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CB7C0F-A604-4E80-88DD-1ACF59C99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Response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DA4873-E9E7-461E-9AA2-DB2355671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 o response vem da palavra resposta.</a:t>
            </a:r>
          </a:p>
          <a:p>
            <a:pPr marL="0" indent="0">
              <a:buNone/>
            </a:pPr>
            <a:r>
              <a:rPr lang="pt-BR" dirty="0"/>
              <a:t> 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Depois que o </a:t>
            </a:r>
            <a:r>
              <a:rPr lang="pt-BR" dirty="0" err="1"/>
              <a:t>client</a:t>
            </a:r>
            <a:r>
              <a:rPr lang="pt-BR" dirty="0"/>
              <a:t> envia o </a:t>
            </a:r>
            <a:r>
              <a:rPr lang="pt-BR" dirty="0" err="1"/>
              <a:t>request</a:t>
            </a:r>
            <a:r>
              <a:rPr lang="pt-BR" dirty="0"/>
              <a:t>, o servidor recebe e o processa. O resultado deste processamento é enviado como resposta.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Esta resposta pode ser a esperada pelo usuário ou pode ser uma mensagem de erro. Quem nunca recebeu um erro 404 ou 500?</a:t>
            </a:r>
          </a:p>
        </p:txBody>
      </p:sp>
    </p:spTree>
    <p:extLst>
      <p:ext uri="{BB962C8B-B14F-4D97-AF65-F5344CB8AC3E}">
        <p14:creationId xmlns:p14="http://schemas.microsoft.com/office/powerpoint/2010/main" val="893376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7B34A8-DB9D-E580-7F63-B53F4C84B2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D1DDD4-03CA-8AA1-2001-71BAF2C39E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D550567-CB6D-91CB-53F5-A2179E166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946" y="1630524"/>
            <a:ext cx="8154107" cy="35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809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04DFC6-DFE7-4CE3-88A6-532A198BE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WEBSERVER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072795-EF75-412D-A41B-A44543A65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https://github.com/renanmendes30/AULA1-IOT/blob/main/Programa%20HTML.md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32685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</TotalTime>
  <Words>902</Words>
  <Application>Microsoft Office PowerPoint</Application>
  <PresentationFormat>Widescreen</PresentationFormat>
  <Paragraphs>92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helvetica neue</vt:lpstr>
      <vt:lpstr>Inter</vt:lpstr>
      <vt:lpstr>Tema do Office</vt:lpstr>
      <vt:lpstr>ESP32</vt:lpstr>
      <vt:lpstr>ESP32</vt:lpstr>
      <vt:lpstr>ESP32</vt:lpstr>
      <vt:lpstr>ESP8266</vt:lpstr>
      <vt:lpstr>ESP8266</vt:lpstr>
      <vt:lpstr>Apresentação do PowerPoint</vt:lpstr>
      <vt:lpstr>Apresentação do PowerPoint</vt:lpstr>
      <vt:lpstr>https://github.com/renanmendes30/AULA1-IOT/blob/main/InstalacaoESP8266.md</vt:lpstr>
      <vt:lpstr>Apresentação do PowerPoint</vt:lpstr>
      <vt:lpstr>BlinkLED </vt:lpstr>
      <vt:lpstr>Simples IP</vt:lpstr>
      <vt:lpstr>HTML</vt:lpstr>
      <vt:lpstr>Apresentação do PowerPoint</vt:lpstr>
      <vt:lpstr>Apresentação do PowerPoint</vt:lpstr>
      <vt:lpstr>Apresentação do PowerPoint</vt:lpstr>
      <vt:lpstr>Apresentação do PowerPoint</vt:lpstr>
      <vt:lpstr>Request </vt:lpstr>
      <vt:lpstr>Get </vt:lpstr>
      <vt:lpstr>Post </vt:lpstr>
      <vt:lpstr>Apresentação do PowerPoint</vt:lpstr>
      <vt:lpstr>Apresentação do PowerPoint</vt:lpstr>
      <vt:lpstr>Response </vt:lpstr>
      <vt:lpstr>Apresentação do PowerPoint</vt:lpstr>
      <vt:lpstr>WEBSERVER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Renan Mendes</dc:creator>
  <cp:lastModifiedBy>SAMARIS RAMIRO PEREIRA</cp:lastModifiedBy>
  <cp:revision>11</cp:revision>
  <dcterms:created xsi:type="dcterms:W3CDTF">2023-03-24T20:37:16Z</dcterms:created>
  <dcterms:modified xsi:type="dcterms:W3CDTF">2025-04-14T21:51:40Z</dcterms:modified>
</cp:coreProperties>
</file>